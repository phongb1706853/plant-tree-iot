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9"/>
  </p:notesMasterIdLst>
  <p:sldIdLst>
    <p:sldId id="256" r:id="rId5"/>
    <p:sldId id="273" r:id="rId6"/>
    <p:sldId id="274" r:id="rId7"/>
    <p:sldId id="257" r:id="rId8"/>
    <p:sldId id="258" r:id="rId9"/>
    <p:sldId id="259" r:id="rId10"/>
    <p:sldId id="260" r:id="rId11"/>
    <p:sldId id="261" r:id="rId12"/>
    <p:sldId id="277" r:id="rId13"/>
    <p:sldId id="276" r:id="rId14"/>
    <p:sldId id="278" r:id="rId15"/>
    <p:sldId id="262" r:id="rId16"/>
    <p:sldId id="263" r:id="rId17"/>
    <p:sldId id="275" r:id="rId18"/>
    <p:sldId id="264" r:id="rId19"/>
    <p:sldId id="265" r:id="rId20"/>
    <p:sldId id="266" r:id="rId21"/>
    <p:sldId id="267" r:id="rId22"/>
    <p:sldId id="268" r:id="rId23"/>
    <p:sldId id="269" r:id="rId24"/>
    <p:sldId id="279" r:id="rId25"/>
    <p:sldId id="270" r:id="rId26"/>
    <p:sldId id="271" r:id="rId27"/>
    <p:sldId id="272" r:id="rId28"/>
  </p:sldIdLst>
  <p:sldSz cx="18288000" cy="10287000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Bold" panose="00000800000000000000" pitchFamily="2" charset="0"/>
      <p:bold r:id="rId38"/>
    </p:embeddedFont>
    <p:embeddedFont>
      <p:font typeface="Montserrat Ultra-Bold" panose="020B0604020202020204" charset="0"/>
      <p:regular r:id="rId39"/>
    </p:embeddedFont>
    <p:embeddedFont>
      <p:font typeface="Montserrat Ultra-Bold Italics" panose="020B0604020202020204" charset="0"/>
      <p:regular r:id="rId40"/>
    </p:embeddedFont>
    <p:embeddedFont>
      <p:font typeface="Noto Sans" panose="020B0502040504020204" pitchFamily="34" charset="0"/>
      <p:regular r:id="rId41"/>
      <p:bold r:id="rId42"/>
      <p:italic r:id="rId43"/>
      <p:boldItalic r:id="rId44"/>
    </p:embeddedFont>
    <p:embeddedFont>
      <p:font typeface="Noto Sans Bold" panose="020B0802040504020204" pitchFamily="34" charset="0"/>
      <p:bold r:id="rId45"/>
    </p:embeddedFont>
    <p:embeddedFont>
      <p:font typeface="Noto Sans Bold Italics" panose="020B0604020202020204" charset="0"/>
      <p:regular r:id="rId46"/>
    </p:embeddedFont>
    <p:embeddedFont>
      <p:font typeface="Segoe UI Emoji" panose="020B0502040204020203" pitchFamily="3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2C3CD-3EF6-488B-A4FF-49E55191AD0B}" v="3217" dt="2026-10-05T14:47:4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6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6.xml"/><Relationship Id="rId41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ong Nguyen" userId="8c4fd242-a9b1-4744-aec7-800b28e7788a" providerId="ADAL" clId="{093EFADF-ECCE-4787-A5F3-EB2DB4613DC7}"/>
    <pc:docChg chg="addSld modSld sldOrd">
      <pc:chgData name="Phong Nguyen" userId="8c4fd242-a9b1-4744-aec7-800b28e7788a" providerId="ADAL" clId="{093EFADF-ECCE-4787-A5F3-EB2DB4613DC7}" dt="2026-10-05T14:47:43.419" v="3217"/>
      <pc:docMkLst>
        <pc:docMk/>
      </pc:docMkLst>
      <pc:sldChg chg="addSp modSp modAnim">
        <pc:chgData name="Phong Nguyen" userId="8c4fd242-a9b1-4744-aec7-800b28e7788a" providerId="ADAL" clId="{093EFADF-ECCE-4787-A5F3-EB2DB4613DC7}" dt="2026-10-05T14:47:38.359" v="2609"/>
        <pc:sldMkLst>
          <pc:docMk/>
          <pc:sldMk cId="0" sldId="257"/>
        </pc:sldMkLst>
        <pc:spChg chg="mod">
          <ac:chgData name="Phong Nguyen" userId="8c4fd242-a9b1-4744-aec7-800b28e7788a" providerId="ADAL" clId="{093EFADF-ECCE-4787-A5F3-EB2DB4613DC7}" dt="2026-10-04T09:31:21.429" v="2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38.089" v="2582"/>
          <ac:spMkLst>
            <pc:docMk/>
            <pc:sldMk cId="0" sldId="257"/>
            <ac:spMk id="16" creationId="{0FA77AD8-1F92-F9C4-5860-00C4C55F087F}"/>
          </ac:spMkLst>
        </pc:spChg>
        <pc:spChg chg="add mod">
          <ac:chgData name="Phong Nguyen" userId="8c4fd242-a9b1-4744-aec7-800b28e7788a" providerId="ADAL" clId="{093EFADF-ECCE-4787-A5F3-EB2DB4613DC7}" dt="2026-10-05T14:47:38.113" v="2587"/>
          <ac:spMkLst>
            <pc:docMk/>
            <pc:sldMk cId="0" sldId="257"/>
            <ac:spMk id="17" creationId="{3A8F3652-DADA-376D-EB40-20A5D9242962}"/>
          </ac:spMkLst>
        </pc:spChg>
        <pc:spChg chg="add mod">
          <ac:chgData name="Phong Nguyen" userId="8c4fd242-a9b1-4744-aec7-800b28e7788a" providerId="ADAL" clId="{093EFADF-ECCE-4787-A5F3-EB2DB4613DC7}" dt="2026-10-05T14:47:38.157" v="2592"/>
          <ac:spMkLst>
            <pc:docMk/>
            <pc:sldMk cId="0" sldId="257"/>
            <ac:spMk id="18" creationId="{A19AE961-E67B-C75C-0A86-35780C5148AB}"/>
          </ac:spMkLst>
        </pc:spChg>
        <pc:spChg chg="add mod">
          <ac:chgData name="Phong Nguyen" userId="8c4fd242-a9b1-4744-aec7-800b28e7788a" providerId="ADAL" clId="{093EFADF-ECCE-4787-A5F3-EB2DB4613DC7}" dt="2026-10-05T14:47:38.209" v="2597"/>
          <ac:spMkLst>
            <pc:docMk/>
            <pc:sldMk cId="0" sldId="257"/>
            <ac:spMk id="19" creationId="{512D7186-2EF5-ED27-81EA-4289BE99458A}"/>
          </ac:spMkLst>
        </pc:spChg>
        <pc:spChg chg="add mod">
          <ac:chgData name="Phong Nguyen" userId="8c4fd242-a9b1-4744-aec7-800b28e7788a" providerId="ADAL" clId="{093EFADF-ECCE-4787-A5F3-EB2DB4613DC7}" dt="2026-10-05T14:47:38.244" v="2602"/>
          <ac:spMkLst>
            <pc:docMk/>
            <pc:sldMk cId="0" sldId="257"/>
            <ac:spMk id="20" creationId="{D36ACDD0-52FF-D71C-440B-69FCB0073D31}"/>
          </ac:spMkLst>
        </pc:spChg>
        <pc:spChg chg="add mod">
          <ac:chgData name="Phong Nguyen" userId="8c4fd242-a9b1-4744-aec7-800b28e7788a" providerId="ADAL" clId="{093EFADF-ECCE-4787-A5F3-EB2DB4613DC7}" dt="2026-10-05T14:47:38.273" v="2607"/>
          <ac:spMkLst>
            <pc:docMk/>
            <pc:sldMk cId="0" sldId="257"/>
            <ac:spMk id="21" creationId="{01462089-4BEE-33CD-C927-D5C8158D0C9D}"/>
          </ac:spMkLst>
        </pc:spChg>
        <pc:spChg chg="add mod">
          <ac:chgData name="Phong Nguyen" userId="8c4fd242-a9b1-4744-aec7-800b28e7788a" providerId="ADAL" clId="{093EFADF-ECCE-4787-A5F3-EB2DB4613DC7}" dt="2026-10-05T14:47:38.359" v="2609"/>
          <ac:spMkLst>
            <pc:docMk/>
            <pc:sldMk cId="0" sldId="257"/>
            <ac:spMk id="22" creationId="{506BCB31-09BA-EDC8-0226-7A2A08D7E742}"/>
          </ac:spMkLst>
        </pc:spChg>
      </pc:sldChg>
      <pc:sldChg chg="addSp modSp">
        <pc:chgData name="Phong Nguyen" userId="8c4fd242-a9b1-4744-aec7-800b28e7788a" providerId="ADAL" clId="{093EFADF-ECCE-4787-A5F3-EB2DB4613DC7}" dt="2026-10-05T14:47:38.601" v="2641"/>
        <pc:sldMkLst>
          <pc:docMk/>
          <pc:sldMk cId="0" sldId="258"/>
        </pc:sldMkLst>
        <pc:spChg chg="add mod">
          <ac:chgData name="Phong Nguyen" userId="8c4fd242-a9b1-4744-aec7-800b28e7788a" providerId="ADAL" clId="{093EFADF-ECCE-4787-A5F3-EB2DB4613DC7}" dt="2026-10-05T14:47:38.383" v="2614"/>
          <ac:spMkLst>
            <pc:docMk/>
            <pc:sldMk cId="0" sldId="258"/>
            <ac:spMk id="6" creationId="{18E61097-8037-FE8B-B236-FD195D4EFDBE}"/>
          </ac:spMkLst>
        </pc:spChg>
        <pc:spChg chg="add mod">
          <ac:chgData name="Phong Nguyen" userId="8c4fd242-a9b1-4744-aec7-800b28e7788a" providerId="ADAL" clId="{093EFADF-ECCE-4787-A5F3-EB2DB4613DC7}" dt="2026-10-05T14:47:38.404" v="2619"/>
          <ac:spMkLst>
            <pc:docMk/>
            <pc:sldMk cId="0" sldId="258"/>
            <ac:spMk id="7" creationId="{A6AB82FD-7C25-57CE-FCBC-C30441549DC3}"/>
          </ac:spMkLst>
        </pc:spChg>
        <pc:spChg chg="add mod">
          <ac:chgData name="Phong Nguyen" userId="8c4fd242-a9b1-4744-aec7-800b28e7788a" providerId="ADAL" clId="{093EFADF-ECCE-4787-A5F3-EB2DB4613DC7}" dt="2026-10-05T14:47:38.428" v="2624"/>
          <ac:spMkLst>
            <pc:docMk/>
            <pc:sldMk cId="0" sldId="258"/>
            <ac:spMk id="8" creationId="{F8B6BAB6-E3BD-EC68-2555-C079E41F8E8F}"/>
          </ac:spMkLst>
        </pc:spChg>
        <pc:spChg chg="add mod">
          <ac:chgData name="Phong Nguyen" userId="8c4fd242-a9b1-4744-aec7-800b28e7788a" providerId="ADAL" clId="{093EFADF-ECCE-4787-A5F3-EB2DB4613DC7}" dt="2026-10-05T14:47:38.471" v="2629"/>
          <ac:spMkLst>
            <pc:docMk/>
            <pc:sldMk cId="0" sldId="258"/>
            <ac:spMk id="9" creationId="{BA8B5910-2A01-2E6D-22A6-B0032C8F04A0}"/>
          </ac:spMkLst>
        </pc:spChg>
        <pc:spChg chg="add mod">
          <ac:chgData name="Phong Nguyen" userId="8c4fd242-a9b1-4744-aec7-800b28e7788a" providerId="ADAL" clId="{093EFADF-ECCE-4787-A5F3-EB2DB4613DC7}" dt="2026-10-05T14:47:38.493" v="2634"/>
          <ac:spMkLst>
            <pc:docMk/>
            <pc:sldMk cId="0" sldId="258"/>
            <ac:spMk id="10" creationId="{047C5EBC-D8E1-A47F-CBD8-AFF06793F798}"/>
          </ac:spMkLst>
        </pc:spChg>
        <pc:spChg chg="add mod">
          <ac:chgData name="Phong Nguyen" userId="8c4fd242-a9b1-4744-aec7-800b28e7788a" providerId="ADAL" clId="{093EFADF-ECCE-4787-A5F3-EB2DB4613DC7}" dt="2026-10-05T14:47:38.518" v="2639"/>
          <ac:spMkLst>
            <pc:docMk/>
            <pc:sldMk cId="0" sldId="258"/>
            <ac:spMk id="11" creationId="{AAA353C4-7D36-FD9F-CCDF-A8E73640F7A3}"/>
          </ac:spMkLst>
        </pc:spChg>
        <pc:spChg chg="add mod">
          <ac:chgData name="Phong Nguyen" userId="8c4fd242-a9b1-4744-aec7-800b28e7788a" providerId="ADAL" clId="{093EFADF-ECCE-4787-A5F3-EB2DB4613DC7}" dt="2026-10-05T14:47:38.601" v="2641"/>
          <ac:spMkLst>
            <pc:docMk/>
            <pc:sldMk cId="0" sldId="258"/>
            <ac:spMk id="12" creationId="{CC0FD879-B199-7CDC-6B7D-DE4D44B63E5A}"/>
          </ac:spMkLst>
        </pc:spChg>
      </pc:sldChg>
      <pc:sldChg chg="addSp delSp modSp">
        <pc:chgData name="Phong Nguyen" userId="8c4fd242-a9b1-4744-aec7-800b28e7788a" providerId="ADAL" clId="{093EFADF-ECCE-4787-A5F3-EB2DB4613DC7}" dt="2026-10-05T14:47:38.895" v="2673"/>
        <pc:sldMkLst>
          <pc:docMk/>
          <pc:sldMk cId="0" sldId="259"/>
        </pc:sldMkLst>
        <pc:spChg chg="mod">
          <ac:chgData name="Phong Nguyen" userId="8c4fd242-a9b1-4744-aec7-800b28e7788a" providerId="ADAL" clId="{093EFADF-ECCE-4787-A5F3-EB2DB4613DC7}" dt="2026-10-04T12:29:34.674" v="8"/>
          <ac:spMkLst>
            <pc:docMk/>
            <pc:sldMk cId="0" sldId="259"/>
            <ac:spMk id="2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5.935" v="129"/>
          <ac:spMkLst>
            <pc:docMk/>
            <pc:sldMk cId="0" sldId="259"/>
            <ac:spMk id="7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5.935" v="129"/>
          <ac:spMkLst>
            <pc:docMk/>
            <pc:sldMk cId="0" sldId="259"/>
            <ac:spMk id="8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5.922" v="127"/>
          <ac:spMkLst>
            <pc:docMk/>
            <pc:sldMk cId="0" sldId="259"/>
            <ac:spMk id="9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29:35.266" v="2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07" v="13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07" v="133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Phong Nguyen" userId="8c4fd242-a9b1-4744-aec7-800b28e7788a" providerId="ADAL" clId="{093EFADF-ECCE-4787-A5F3-EB2DB4613DC7}" dt="2026-10-04T12:29:35.269" v="22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26" v="13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26" v="135"/>
          <ac:spMkLst>
            <pc:docMk/>
            <pc:sldMk cId="0" sldId="259"/>
            <ac:spMk id="23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29:35.271" v="2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47" v="13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29:36.047" v="137"/>
          <ac:spMkLst>
            <pc:docMk/>
            <pc:sldMk cId="0" sldId="259"/>
            <ac:spMk id="27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2:29:35.941" v="131"/>
          <ac:spMkLst>
            <pc:docMk/>
            <pc:sldMk cId="0" sldId="259"/>
            <ac:spMk id="28" creationId="{8BB5EB27-8AB3-3CF3-C43C-9388D0E2277A}"/>
          </ac:spMkLst>
        </pc:spChg>
        <pc:spChg chg="add mod">
          <ac:chgData name="Phong Nguyen" userId="8c4fd242-a9b1-4744-aec7-800b28e7788a" providerId="ADAL" clId="{093EFADF-ECCE-4787-A5F3-EB2DB4613DC7}" dt="2026-10-04T12:29:35.487" v="49"/>
          <ac:spMkLst>
            <pc:docMk/>
            <pc:sldMk cId="0" sldId="259"/>
            <ac:spMk id="29" creationId="{6CD5AC01-5769-A130-927B-EBA9B9DF5E9E}"/>
          </ac:spMkLst>
        </pc:spChg>
        <pc:spChg chg="add mod">
          <ac:chgData name="Phong Nguyen" userId="8c4fd242-a9b1-4744-aec7-800b28e7788a" providerId="ADAL" clId="{093EFADF-ECCE-4787-A5F3-EB2DB4613DC7}" dt="2026-10-04T12:29:35.574" v="75"/>
          <ac:spMkLst>
            <pc:docMk/>
            <pc:sldMk cId="0" sldId="259"/>
            <ac:spMk id="30" creationId="{DB2334E9-40CE-0DF5-F0CF-FABA5E0C7978}"/>
          </ac:spMkLst>
        </pc:spChg>
        <pc:spChg chg="add mod">
          <ac:chgData name="Phong Nguyen" userId="8c4fd242-a9b1-4744-aec7-800b28e7788a" providerId="ADAL" clId="{093EFADF-ECCE-4787-A5F3-EB2DB4613DC7}" dt="2026-10-04T12:29:35.636" v="101"/>
          <ac:spMkLst>
            <pc:docMk/>
            <pc:sldMk cId="0" sldId="259"/>
            <ac:spMk id="31" creationId="{E58A41D9-94E8-98A9-3623-909C427BF788}"/>
          </ac:spMkLst>
        </pc:spChg>
        <pc:spChg chg="add mod">
          <ac:chgData name="Phong Nguyen" userId="8c4fd242-a9b1-4744-aec7-800b28e7788a" providerId="ADAL" clId="{093EFADF-ECCE-4787-A5F3-EB2DB4613DC7}" dt="2026-10-05T14:47:38.630" v="2646"/>
          <ac:spMkLst>
            <pc:docMk/>
            <pc:sldMk cId="0" sldId="259"/>
            <ac:spMk id="35" creationId="{1C8AA91F-21D6-D00F-1087-0F0698DF6C11}"/>
          </ac:spMkLst>
        </pc:spChg>
        <pc:spChg chg="add mod">
          <ac:chgData name="Phong Nguyen" userId="8c4fd242-a9b1-4744-aec7-800b28e7788a" providerId="ADAL" clId="{093EFADF-ECCE-4787-A5F3-EB2DB4613DC7}" dt="2026-10-05T14:47:38.656" v="2651"/>
          <ac:spMkLst>
            <pc:docMk/>
            <pc:sldMk cId="0" sldId="259"/>
            <ac:spMk id="36" creationId="{B6DE7BE2-9967-4638-25ED-816EEC05F2D4}"/>
          </ac:spMkLst>
        </pc:spChg>
        <pc:spChg chg="add mod">
          <ac:chgData name="Phong Nguyen" userId="8c4fd242-a9b1-4744-aec7-800b28e7788a" providerId="ADAL" clId="{093EFADF-ECCE-4787-A5F3-EB2DB4613DC7}" dt="2026-10-05T14:47:38.683" v="2656"/>
          <ac:spMkLst>
            <pc:docMk/>
            <pc:sldMk cId="0" sldId="259"/>
            <ac:spMk id="37" creationId="{82904875-1352-4D13-7002-90F886A0B5DA}"/>
          </ac:spMkLst>
        </pc:spChg>
        <pc:spChg chg="add mod">
          <ac:chgData name="Phong Nguyen" userId="8c4fd242-a9b1-4744-aec7-800b28e7788a" providerId="ADAL" clId="{093EFADF-ECCE-4787-A5F3-EB2DB4613DC7}" dt="2026-10-05T14:47:38.784" v="2661"/>
          <ac:spMkLst>
            <pc:docMk/>
            <pc:sldMk cId="0" sldId="259"/>
            <ac:spMk id="38" creationId="{5EE88959-AA86-9431-79CC-04D6444970F7}"/>
          </ac:spMkLst>
        </pc:spChg>
        <pc:spChg chg="add mod">
          <ac:chgData name="Phong Nguyen" userId="8c4fd242-a9b1-4744-aec7-800b28e7788a" providerId="ADAL" clId="{093EFADF-ECCE-4787-A5F3-EB2DB4613DC7}" dt="2026-10-05T14:47:38.810" v="2666"/>
          <ac:spMkLst>
            <pc:docMk/>
            <pc:sldMk cId="0" sldId="259"/>
            <ac:spMk id="39" creationId="{DF88069B-E654-635A-A160-D5D094CBFB3E}"/>
          </ac:spMkLst>
        </pc:spChg>
        <pc:spChg chg="add mod">
          <ac:chgData name="Phong Nguyen" userId="8c4fd242-a9b1-4744-aec7-800b28e7788a" providerId="ADAL" clId="{093EFADF-ECCE-4787-A5F3-EB2DB4613DC7}" dt="2026-10-05T14:47:38.827" v="2671"/>
          <ac:spMkLst>
            <pc:docMk/>
            <pc:sldMk cId="0" sldId="259"/>
            <ac:spMk id="40" creationId="{49E38197-86F3-394A-1F9F-4AB79B92186E}"/>
          </ac:spMkLst>
        </pc:spChg>
        <pc:spChg chg="add mod">
          <ac:chgData name="Phong Nguyen" userId="8c4fd242-a9b1-4744-aec7-800b28e7788a" providerId="ADAL" clId="{093EFADF-ECCE-4787-A5F3-EB2DB4613DC7}" dt="2026-10-05T14:47:38.895" v="2673"/>
          <ac:spMkLst>
            <pc:docMk/>
            <pc:sldMk cId="0" sldId="259"/>
            <ac:spMk id="41" creationId="{CB901043-F0B8-D91F-B54D-B81A2F90714D}"/>
          </ac:spMkLst>
        </pc:spChg>
        <pc:grpChg chg="del">
          <ac:chgData name="Phong Nguyen" userId="8c4fd242-a9b1-4744-aec7-800b28e7788a" providerId="ADAL" clId="{093EFADF-ECCE-4787-A5F3-EB2DB4613DC7}" dt="2026-10-04T12:29:35.258" v="18"/>
          <ac:grpSpMkLst>
            <pc:docMk/>
            <pc:sldMk cId="0" sldId="259"/>
            <ac:grpSpMk id="3" creationId="{00000000-0000-0000-0000-000000000000}"/>
          </ac:grpSpMkLst>
        </pc:grpChg>
        <pc:grpChg chg="mod">
          <ac:chgData name="Phong Nguyen" userId="8c4fd242-a9b1-4744-aec7-800b28e7788a" providerId="ADAL" clId="{093EFADF-ECCE-4787-A5F3-EB2DB4613DC7}" dt="2026-10-04T12:29:35.935" v="129"/>
          <ac:grpSpMkLst>
            <pc:docMk/>
            <pc:sldMk cId="0" sldId="259"/>
            <ac:grpSpMk id="6" creationId="{00000000-0000-0000-0000-000000000000}"/>
          </ac:grpSpMkLst>
        </pc:grpChg>
        <pc:grpChg chg="mod">
          <ac:chgData name="Phong Nguyen" userId="8c4fd242-a9b1-4744-aec7-800b28e7788a" providerId="ADAL" clId="{093EFADF-ECCE-4787-A5F3-EB2DB4613DC7}" dt="2026-10-04T12:29:36.007" v="133"/>
          <ac:grpSpMkLst>
            <pc:docMk/>
            <pc:sldMk cId="0" sldId="259"/>
            <ac:grpSpMk id="11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2:29:35.261" v="19"/>
          <ac:grpSpMkLst>
            <pc:docMk/>
            <pc:sldMk cId="0" sldId="259"/>
            <ac:grpSpMk id="15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2:29:35.263" v="20"/>
          <ac:grpSpMkLst>
            <pc:docMk/>
            <pc:sldMk cId="0" sldId="259"/>
            <ac:grpSpMk id="18" creationId="{00000000-0000-0000-0000-000000000000}"/>
          </ac:grpSpMkLst>
        </pc:grpChg>
        <pc:grpChg chg="mod">
          <ac:chgData name="Phong Nguyen" userId="8c4fd242-a9b1-4744-aec7-800b28e7788a" providerId="ADAL" clId="{093EFADF-ECCE-4787-A5F3-EB2DB4613DC7}" dt="2026-10-04T12:29:36.026" v="135"/>
          <ac:grpSpMkLst>
            <pc:docMk/>
            <pc:sldMk cId="0" sldId="259"/>
            <ac:grpSpMk id="21" creationId="{00000000-0000-0000-0000-000000000000}"/>
          </ac:grpSpMkLst>
        </pc:grpChg>
        <pc:grpChg chg="mod">
          <ac:chgData name="Phong Nguyen" userId="8c4fd242-a9b1-4744-aec7-800b28e7788a" providerId="ADAL" clId="{093EFADF-ECCE-4787-A5F3-EB2DB4613DC7}" dt="2026-10-04T12:29:36.047" v="137"/>
          <ac:grpSpMkLst>
            <pc:docMk/>
            <pc:sldMk cId="0" sldId="259"/>
            <ac:grpSpMk id="25" creationId="{00000000-0000-0000-0000-000000000000}"/>
          </ac:grpSpMkLst>
        </pc:grpChg>
        <pc:cxnChg chg="add mod">
          <ac:chgData name="Phong Nguyen" userId="8c4fd242-a9b1-4744-aec7-800b28e7788a" providerId="ADAL" clId="{093EFADF-ECCE-4787-A5F3-EB2DB4613DC7}" dt="2026-10-04T12:29:35.699" v="109"/>
          <ac:cxnSpMkLst>
            <pc:docMk/>
            <pc:sldMk cId="0" sldId="259"/>
            <ac:cxnSpMk id="32" creationId="{895339F5-EF79-7C4A-09E7-876BA2B969B7}"/>
          </ac:cxnSpMkLst>
        </pc:cxnChg>
        <pc:cxnChg chg="add mod">
          <ac:chgData name="Phong Nguyen" userId="8c4fd242-a9b1-4744-aec7-800b28e7788a" providerId="ADAL" clId="{093EFADF-ECCE-4787-A5F3-EB2DB4613DC7}" dt="2026-10-04T12:29:35.722" v="117"/>
          <ac:cxnSpMkLst>
            <pc:docMk/>
            <pc:sldMk cId="0" sldId="259"/>
            <ac:cxnSpMk id="33" creationId="{72102352-0FCA-4031-D3E9-7FF32F6C0801}"/>
          </ac:cxnSpMkLst>
        </pc:cxnChg>
        <pc:cxnChg chg="add mod">
          <ac:chgData name="Phong Nguyen" userId="8c4fd242-a9b1-4744-aec7-800b28e7788a" providerId="ADAL" clId="{093EFADF-ECCE-4787-A5F3-EB2DB4613DC7}" dt="2026-10-04T12:29:35.744" v="125"/>
          <ac:cxnSpMkLst>
            <pc:docMk/>
            <pc:sldMk cId="0" sldId="259"/>
            <ac:cxnSpMk id="34" creationId="{EE9F57C8-B8DC-0FBB-BCEE-9805A2877E07}"/>
          </ac:cxnSpMkLst>
        </pc:cxnChg>
      </pc:sldChg>
      <pc:sldChg chg="addSp delSp modSp">
        <pc:chgData name="Phong Nguyen" userId="8c4fd242-a9b1-4744-aec7-800b28e7788a" providerId="ADAL" clId="{093EFADF-ECCE-4787-A5F3-EB2DB4613DC7}" dt="2026-10-05T14:47:39.113" v="2705"/>
        <pc:sldMkLst>
          <pc:docMk/>
          <pc:sldMk cId="0" sldId="260"/>
        </pc:sldMkLst>
        <pc:spChg chg="mod">
          <ac:chgData name="Phong Nguyen" userId="8c4fd242-a9b1-4744-aec7-800b28e7788a" providerId="ADAL" clId="{093EFADF-ECCE-4787-A5F3-EB2DB4613DC7}" dt="2026-10-04T12:51:39.672" v="244"/>
          <ac:spMkLst>
            <pc:docMk/>
            <pc:sldMk cId="0" sldId="260"/>
            <ac:spMk id="5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51:38.807" v="140"/>
          <ac:spMkLst>
            <pc:docMk/>
            <pc:sldMk cId="0" sldId="260"/>
            <ac:spMk id="6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2:51:38.312" v="138"/>
          <ac:spMkLst>
            <pc:docMk/>
            <pc:sldMk cId="0" sldId="260"/>
            <ac:spMk id="7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51:38.812" v="141"/>
          <ac:spMkLst>
            <pc:docMk/>
            <pc:sldMk cId="0" sldId="260"/>
            <ac:spMk id="8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51:38.815" v="142"/>
          <ac:spMkLst>
            <pc:docMk/>
            <pc:sldMk cId="0" sldId="260"/>
            <ac:spMk id="9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2:51:38.818" v="143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2:51:39.179" v="169"/>
          <ac:spMkLst>
            <pc:docMk/>
            <pc:sldMk cId="0" sldId="260"/>
            <ac:spMk id="11" creationId="{1982D60E-54DB-C3E7-AE24-5F19BABEE73C}"/>
          </ac:spMkLst>
        </pc:spChg>
        <pc:spChg chg="add mod">
          <ac:chgData name="Phong Nguyen" userId="8c4fd242-a9b1-4744-aec7-800b28e7788a" providerId="ADAL" clId="{093EFADF-ECCE-4787-A5F3-EB2DB4613DC7}" dt="2026-10-04T12:51:39.264" v="193"/>
          <ac:spMkLst>
            <pc:docMk/>
            <pc:sldMk cId="0" sldId="260"/>
            <ac:spMk id="12" creationId="{A133E9FB-E5E9-E397-8663-9287437B2B9A}"/>
          </ac:spMkLst>
        </pc:spChg>
        <pc:spChg chg="add mod">
          <ac:chgData name="Phong Nguyen" userId="8c4fd242-a9b1-4744-aec7-800b28e7788a" providerId="ADAL" clId="{093EFADF-ECCE-4787-A5F3-EB2DB4613DC7}" dt="2026-10-04T12:51:39.328" v="217"/>
          <ac:spMkLst>
            <pc:docMk/>
            <pc:sldMk cId="0" sldId="260"/>
            <ac:spMk id="13" creationId="{8329A98F-E985-D7B2-0B00-A9124D92FF96}"/>
          </ac:spMkLst>
        </pc:spChg>
        <pc:spChg chg="add mod">
          <ac:chgData name="Phong Nguyen" userId="8c4fd242-a9b1-4744-aec7-800b28e7788a" providerId="ADAL" clId="{093EFADF-ECCE-4787-A5F3-EB2DB4613DC7}" dt="2026-10-04T12:51:39.552" v="236"/>
          <ac:spMkLst>
            <pc:docMk/>
            <pc:sldMk cId="0" sldId="260"/>
            <ac:spMk id="16" creationId="{A37DD962-8D79-B824-7539-792C713A2E1D}"/>
          </ac:spMkLst>
        </pc:spChg>
        <pc:spChg chg="add mod">
          <ac:chgData name="Phong Nguyen" userId="8c4fd242-a9b1-4744-aec7-800b28e7788a" providerId="ADAL" clId="{093EFADF-ECCE-4787-A5F3-EB2DB4613DC7}" dt="2026-10-04T12:51:39.604" v="239"/>
          <ac:spMkLst>
            <pc:docMk/>
            <pc:sldMk cId="0" sldId="260"/>
            <ac:spMk id="17" creationId="{633701DF-A0BC-2A4F-137B-F696FD0CDFBB}"/>
          </ac:spMkLst>
        </pc:spChg>
        <pc:spChg chg="add mod">
          <ac:chgData name="Phong Nguyen" userId="8c4fd242-a9b1-4744-aec7-800b28e7788a" providerId="ADAL" clId="{093EFADF-ECCE-4787-A5F3-EB2DB4613DC7}" dt="2026-10-04T12:51:39.651" v="242"/>
          <ac:spMkLst>
            <pc:docMk/>
            <pc:sldMk cId="0" sldId="260"/>
            <ac:spMk id="18" creationId="{5806F4DF-7C9A-B6EE-A537-BB59DD4BE191}"/>
          </ac:spMkLst>
        </pc:spChg>
        <pc:spChg chg="add mod">
          <ac:chgData name="Phong Nguyen" userId="8c4fd242-a9b1-4744-aec7-800b28e7788a" providerId="ADAL" clId="{093EFADF-ECCE-4787-A5F3-EB2DB4613DC7}" dt="2026-10-05T14:47:38.920" v="2678"/>
          <ac:spMkLst>
            <pc:docMk/>
            <pc:sldMk cId="0" sldId="260"/>
            <ac:spMk id="19" creationId="{74DB200C-08E9-7B19-32CF-DE4761DB6C9E}"/>
          </ac:spMkLst>
        </pc:spChg>
        <pc:spChg chg="add mod">
          <ac:chgData name="Phong Nguyen" userId="8c4fd242-a9b1-4744-aec7-800b28e7788a" providerId="ADAL" clId="{093EFADF-ECCE-4787-A5F3-EB2DB4613DC7}" dt="2026-10-05T14:47:38.938" v="2683"/>
          <ac:spMkLst>
            <pc:docMk/>
            <pc:sldMk cId="0" sldId="260"/>
            <ac:spMk id="20" creationId="{7CEA7069-C0CE-A0A3-D923-3216755076CF}"/>
          </ac:spMkLst>
        </pc:spChg>
        <pc:spChg chg="add mod">
          <ac:chgData name="Phong Nguyen" userId="8c4fd242-a9b1-4744-aec7-800b28e7788a" providerId="ADAL" clId="{093EFADF-ECCE-4787-A5F3-EB2DB4613DC7}" dt="2026-10-05T14:47:38.956" v="2688"/>
          <ac:spMkLst>
            <pc:docMk/>
            <pc:sldMk cId="0" sldId="260"/>
            <ac:spMk id="21" creationId="{E387ABCD-340A-E530-61A0-BAD3CDF9B332}"/>
          </ac:spMkLst>
        </pc:spChg>
        <pc:spChg chg="add mod">
          <ac:chgData name="Phong Nguyen" userId="8c4fd242-a9b1-4744-aec7-800b28e7788a" providerId="ADAL" clId="{093EFADF-ECCE-4787-A5F3-EB2DB4613DC7}" dt="2026-10-05T14:47:38.974" v="2693"/>
          <ac:spMkLst>
            <pc:docMk/>
            <pc:sldMk cId="0" sldId="260"/>
            <ac:spMk id="22" creationId="{48E96A32-3AE7-DEBE-7157-E3FCA96BFA8F}"/>
          </ac:spMkLst>
        </pc:spChg>
        <pc:spChg chg="add mod">
          <ac:chgData name="Phong Nguyen" userId="8c4fd242-a9b1-4744-aec7-800b28e7788a" providerId="ADAL" clId="{093EFADF-ECCE-4787-A5F3-EB2DB4613DC7}" dt="2026-10-05T14:47:38.994" v="2698"/>
          <ac:spMkLst>
            <pc:docMk/>
            <pc:sldMk cId="0" sldId="260"/>
            <ac:spMk id="23" creationId="{FE276964-1B4E-4969-94DD-BD9CC5353C38}"/>
          </ac:spMkLst>
        </pc:spChg>
        <pc:spChg chg="add mod">
          <ac:chgData name="Phong Nguyen" userId="8c4fd242-a9b1-4744-aec7-800b28e7788a" providerId="ADAL" clId="{093EFADF-ECCE-4787-A5F3-EB2DB4613DC7}" dt="2026-10-05T14:47:39.017" v="2703"/>
          <ac:spMkLst>
            <pc:docMk/>
            <pc:sldMk cId="0" sldId="260"/>
            <ac:spMk id="24" creationId="{CA11B769-E07F-8EC0-3193-A644D097262B}"/>
          </ac:spMkLst>
        </pc:spChg>
        <pc:spChg chg="add mod">
          <ac:chgData name="Phong Nguyen" userId="8c4fd242-a9b1-4744-aec7-800b28e7788a" providerId="ADAL" clId="{093EFADF-ECCE-4787-A5F3-EB2DB4613DC7}" dt="2026-10-05T14:47:39.113" v="2705"/>
          <ac:spMkLst>
            <pc:docMk/>
            <pc:sldMk cId="0" sldId="260"/>
            <ac:spMk id="25" creationId="{F776D4DE-CB03-F94C-07E2-D9AA19BCE487}"/>
          </ac:spMkLst>
        </pc:spChg>
        <pc:grpChg chg="del">
          <ac:chgData name="Phong Nguyen" userId="8c4fd242-a9b1-4744-aec7-800b28e7788a" providerId="ADAL" clId="{093EFADF-ECCE-4787-A5F3-EB2DB4613DC7}" dt="2026-10-04T12:51:38.803" v="139"/>
          <ac:grpSpMkLst>
            <pc:docMk/>
            <pc:sldMk cId="0" sldId="260"/>
            <ac:grpSpMk id="2" creationId="{00000000-0000-0000-0000-000000000000}"/>
          </ac:grpSpMkLst>
        </pc:grpChg>
        <pc:cxnChg chg="add mod">
          <ac:chgData name="Phong Nguyen" userId="8c4fd242-a9b1-4744-aec7-800b28e7788a" providerId="ADAL" clId="{093EFADF-ECCE-4787-A5F3-EB2DB4613DC7}" dt="2026-10-04T12:51:39.420" v="225"/>
          <ac:cxnSpMkLst>
            <pc:docMk/>
            <pc:sldMk cId="0" sldId="260"/>
            <ac:cxnSpMk id="14" creationId="{3C47A50E-1AD6-6629-A69C-1D9086D74095}"/>
          </ac:cxnSpMkLst>
        </pc:cxnChg>
        <pc:cxnChg chg="add mod">
          <ac:chgData name="Phong Nguyen" userId="8c4fd242-a9b1-4744-aec7-800b28e7788a" providerId="ADAL" clId="{093EFADF-ECCE-4787-A5F3-EB2DB4613DC7}" dt="2026-10-04T12:51:39.444" v="233"/>
          <ac:cxnSpMkLst>
            <pc:docMk/>
            <pc:sldMk cId="0" sldId="260"/>
            <ac:cxnSpMk id="15" creationId="{7B0E9302-FCA4-57C5-068A-CA263B230616}"/>
          </ac:cxnSpMkLst>
        </pc:cxnChg>
      </pc:sldChg>
      <pc:sldChg chg="addSp delSp modSp">
        <pc:chgData name="Phong Nguyen" userId="8c4fd242-a9b1-4744-aec7-800b28e7788a" providerId="ADAL" clId="{093EFADF-ECCE-4787-A5F3-EB2DB4613DC7}" dt="2026-10-05T14:47:39.309" v="2737"/>
        <pc:sldMkLst>
          <pc:docMk/>
          <pc:sldMk cId="0" sldId="261"/>
        </pc:sldMkLst>
        <pc:spChg chg="mod">
          <ac:chgData name="Phong Nguyen" userId="8c4fd242-a9b1-4744-aec7-800b28e7788a" providerId="ADAL" clId="{093EFADF-ECCE-4787-A5F3-EB2DB4613DC7}" dt="2026-10-04T13:30:18.925" v="354"/>
          <ac:spMkLst>
            <pc:docMk/>
            <pc:sldMk cId="0" sldId="261"/>
            <ac:spMk id="5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30:17.887" v="247"/>
          <ac:spMkLst>
            <pc:docMk/>
            <pc:sldMk cId="0" sldId="261"/>
            <ac:spMk id="6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30:17.891" v="248"/>
          <ac:spMkLst>
            <pc:docMk/>
            <pc:sldMk cId="0" sldId="261"/>
            <ac:spMk id="7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30:17.898" v="25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3:30:17.415" v="245"/>
          <ac:spMkLst>
            <pc:docMk/>
            <pc:sldMk cId="0" sldId="261"/>
            <ac:spMk id="12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30:17.899" v="251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3:30:18.336" v="277"/>
          <ac:spMkLst>
            <pc:docMk/>
            <pc:sldMk cId="0" sldId="261"/>
            <ac:spMk id="14" creationId="{1E29FCA3-06D1-BD12-C81B-0DAF8C94EA70}"/>
          </ac:spMkLst>
        </pc:spChg>
        <pc:spChg chg="add mod">
          <ac:chgData name="Phong Nguyen" userId="8c4fd242-a9b1-4744-aec7-800b28e7788a" providerId="ADAL" clId="{093EFADF-ECCE-4787-A5F3-EB2DB4613DC7}" dt="2026-10-04T13:30:18.443" v="303"/>
          <ac:spMkLst>
            <pc:docMk/>
            <pc:sldMk cId="0" sldId="261"/>
            <ac:spMk id="15" creationId="{25BB012C-0CE3-D86A-0D98-7299C8CC8813}"/>
          </ac:spMkLst>
        </pc:spChg>
        <pc:spChg chg="add mod">
          <ac:chgData name="Phong Nguyen" userId="8c4fd242-a9b1-4744-aec7-800b28e7788a" providerId="ADAL" clId="{093EFADF-ECCE-4787-A5F3-EB2DB4613DC7}" dt="2026-10-04T13:30:18.543" v="327"/>
          <ac:spMkLst>
            <pc:docMk/>
            <pc:sldMk cId="0" sldId="261"/>
            <ac:spMk id="16" creationId="{FB1A56B4-6132-5D41-50CE-5082C3485C72}"/>
          </ac:spMkLst>
        </pc:spChg>
        <pc:spChg chg="add mod">
          <ac:chgData name="Phong Nguyen" userId="8c4fd242-a9b1-4744-aec7-800b28e7788a" providerId="ADAL" clId="{093EFADF-ECCE-4787-A5F3-EB2DB4613DC7}" dt="2026-10-04T13:30:18.781" v="346"/>
          <ac:spMkLst>
            <pc:docMk/>
            <pc:sldMk cId="0" sldId="261"/>
            <ac:spMk id="19" creationId="{E5125F4A-F863-4BBE-0A94-8B37F320109F}"/>
          </ac:spMkLst>
        </pc:spChg>
        <pc:spChg chg="add mod">
          <ac:chgData name="Phong Nguyen" userId="8c4fd242-a9b1-4744-aec7-800b28e7788a" providerId="ADAL" clId="{093EFADF-ECCE-4787-A5F3-EB2DB4613DC7}" dt="2026-10-04T13:30:18.839" v="349"/>
          <ac:spMkLst>
            <pc:docMk/>
            <pc:sldMk cId="0" sldId="261"/>
            <ac:spMk id="20" creationId="{CBBDEC7A-F28E-2B83-C284-87744D6DF29B}"/>
          </ac:spMkLst>
        </pc:spChg>
        <pc:spChg chg="add mod">
          <ac:chgData name="Phong Nguyen" userId="8c4fd242-a9b1-4744-aec7-800b28e7788a" providerId="ADAL" clId="{093EFADF-ECCE-4787-A5F3-EB2DB4613DC7}" dt="2026-10-04T13:30:18.906" v="352"/>
          <ac:spMkLst>
            <pc:docMk/>
            <pc:sldMk cId="0" sldId="261"/>
            <ac:spMk id="21" creationId="{33E09079-56F1-F1BF-AC22-8A56101395E9}"/>
          </ac:spMkLst>
        </pc:spChg>
        <pc:spChg chg="add mod">
          <ac:chgData name="Phong Nguyen" userId="8c4fd242-a9b1-4744-aec7-800b28e7788a" providerId="ADAL" clId="{093EFADF-ECCE-4787-A5F3-EB2DB4613DC7}" dt="2026-10-05T14:47:39.144" v="2710"/>
          <ac:spMkLst>
            <pc:docMk/>
            <pc:sldMk cId="0" sldId="261"/>
            <ac:spMk id="22" creationId="{EDF26862-5C61-46AA-E640-E1E8FB0992C5}"/>
          </ac:spMkLst>
        </pc:spChg>
        <pc:spChg chg="add mod">
          <ac:chgData name="Phong Nguyen" userId="8c4fd242-a9b1-4744-aec7-800b28e7788a" providerId="ADAL" clId="{093EFADF-ECCE-4787-A5F3-EB2DB4613DC7}" dt="2026-10-05T14:47:39.163" v="2715"/>
          <ac:spMkLst>
            <pc:docMk/>
            <pc:sldMk cId="0" sldId="261"/>
            <ac:spMk id="23" creationId="{81235F66-BEBD-968B-8DC4-F8E1D43D10F1}"/>
          </ac:spMkLst>
        </pc:spChg>
        <pc:spChg chg="add mod">
          <ac:chgData name="Phong Nguyen" userId="8c4fd242-a9b1-4744-aec7-800b28e7788a" providerId="ADAL" clId="{093EFADF-ECCE-4787-A5F3-EB2DB4613DC7}" dt="2026-10-05T14:47:39.182" v="2720"/>
          <ac:spMkLst>
            <pc:docMk/>
            <pc:sldMk cId="0" sldId="261"/>
            <ac:spMk id="24" creationId="{437DD702-1278-3611-C131-159EFDCBC4A9}"/>
          </ac:spMkLst>
        </pc:spChg>
        <pc:spChg chg="add mod">
          <ac:chgData name="Phong Nguyen" userId="8c4fd242-a9b1-4744-aec7-800b28e7788a" providerId="ADAL" clId="{093EFADF-ECCE-4787-A5F3-EB2DB4613DC7}" dt="2026-10-05T14:47:39.204" v="2725"/>
          <ac:spMkLst>
            <pc:docMk/>
            <pc:sldMk cId="0" sldId="261"/>
            <ac:spMk id="25" creationId="{2B86FA32-676C-5CDA-0768-63574E163B7E}"/>
          </ac:spMkLst>
        </pc:spChg>
        <pc:spChg chg="add mod">
          <ac:chgData name="Phong Nguyen" userId="8c4fd242-a9b1-4744-aec7-800b28e7788a" providerId="ADAL" clId="{093EFADF-ECCE-4787-A5F3-EB2DB4613DC7}" dt="2026-10-05T14:47:39.227" v="2730"/>
          <ac:spMkLst>
            <pc:docMk/>
            <pc:sldMk cId="0" sldId="261"/>
            <ac:spMk id="26" creationId="{014E7A15-D67B-BFEE-D3B0-32D11A529C5E}"/>
          </ac:spMkLst>
        </pc:spChg>
        <pc:spChg chg="add mod">
          <ac:chgData name="Phong Nguyen" userId="8c4fd242-a9b1-4744-aec7-800b28e7788a" providerId="ADAL" clId="{093EFADF-ECCE-4787-A5F3-EB2DB4613DC7}" dt="2026-10-05T14:47:39.247" v="2735"/>
          <ac:spMkLst>
            <pc:docMk/>
            <pc:sldMk cId="0" sldId="261"/>
            <ac:spMk id="27" creationId="{222AF762-65E9-E0C6-9588-09EB2AC1509E}"/>
          </ac:spMkLst>
        </pc:spChg>
        <pc:spChg chg="add mod">
          <ac:chgData name="Phong Nguyen" userId="8c4fd242-a9b1-4744-aec7-800b28e7788a" providerId="ADAL" clId="{093EFADF-ECCE-4787-A5F3-EB2DB4613DC7}" dt="2026-10-05T14:47:39.309" v="2737"/>
          <ac:spMkLst>
            <pc:docMk/>
            <pc:sldMk cId="0" sldId="261"/>
            <ac:spMk id="28" creationId="{1BEE9828-85C5-EF89-9FCC-EBB188020AC2}"/>
          </ac:spMkLst>
        </pc:spChg>
        <pc:grpChg chg="del">
          <ac:chgData name="Phong Nguyen" userId="8c4fd242-a9b1-4744-aec7-800b28e7788a" providerId="ADAL" clId="{093EFADF-ECCE-4787-A5F3-EB2DB4613DC7}" dt="2026-10-04T13:30:17.882" v="246"/>
          <ac:grpSpMkLst>
            <pc:docMk/>
            <pc:sldMk cId="0" sldId="261"/>
            <ac:grpSpMk id="2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3:30:17.894" v="249"/>
          <ac:grpSpMkLst>
            <pc:docMk/>
            <pc:sldMk cId="0" sldId="261"/>
            <ac:grpSpMk id="8" creationId="{00000000-0000-0000-0000-000000000000}"/>
          </ac:grpSpMkLst>
        </pc:grpChg>
        <pc:cxnChg chg="add mod">
          <ac:chgData name="Phong Nguyen" userId="8c4fd242-a9b1-4744-aec7-800b28e7788a" providerId="ADAL" clId="{093EFADF-ECCE-4787-A5F3-EB2DB4613DC7}" dt="2026-10-04T13:30:18.641" v="335"/>
          <ac:cxnSpMkLst>
            <pc:docMk/>
            <pc:sldMk cId="0" sldId="261"/>
            <ac:cxnSpMk id="17" creationId="{14CD4CAE-7A3C-6066-E4A6-0A14E7C26EC8}"/>
          </ac:cxnSpMkLst>
        </pc:cxnChg>
        <pc:cxnChg chg="add mod">
          <ac:chgData name="Phong Nguyen" userId="8c4fd242-a9b1-4744-aec7-800b28e7788a" providerId="ADAL" clId="{093EFADF-ECCE-4787-A5F3-EB2DB4613DC7}" dt="2026-10-04T13:30:18.675" v="343"/>
          <ac:cxnSpMkLst>
            <pc:docMk/>
            <pc:sldMk cId="0" sldId="261"/>
            <ac:cxnSpMk id="18" creationId="{B9860BBD-C5E9-5603-8804-B190EC761E6F}"/>
          </ac:cxnSpMkLst>
        </pc:cxnChg>
      </pc:sldChg>
      <pc:sldChg chg="addSp modSp">
        <pc:chgData name="Phong Nguyen" userId="8c4fd242-a9b1-4744-aec7-800b28e7788a" providerId="ADAL" clId="{093EFADF-ECCE-4787-A5F3-EB2DB4613DC7}" dt="2026-10-05T14:47:40.449" v="2865"/>
        <pc:sldMkLst>
          <pc:docMk/>
          <pc:sldMk cId="0" sldId="262"/>
        </pc:sldMkLst>
        <pc:spChg chg="mod">
          <ac:chgData name="Phong Nguyen" userId="8c4fd242-a9b1-4744-aec7-800b28e7788a" providerId="ADAL" clId="{093EFADF-ECCE-4787-A5F3-EB2DB4613DC7}" dt="2026-10-04T13:41:12.587" v="356"/>
          <ac:spMkLst>
            <pc:docMk/>
            <pc:sldMk cId="0" sldId="262"/>
            <ac:spMk id="3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3:41:12.773" v="359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40.222" v="2838"/>
          <ac:spMkLst>
            <pc:docMk/>
            <pc:sldMk cId="0" sldId="262"/>
            <ac:spMk id="5" creationId="{B1C3C614-7B4E-C3D5-1B88-BF51AEC723F1}"/>
          </ac:spMkLst>
        </pc:spChg>
        <pc:spChg chg="add mod">
          <ac:chgData name="Phong Nguyen" userId="8c4fd242-a9b1-4744-aec7-800b28e7788a" providerId="ADAL" clId="{093EFADF-ECCE-4787-A5F3-EB2DB4613DC7}" dt="2026-10-05T14:47:40.269" v="2843"/>
          <ac:spMkLst>
            <pc:docMk/>
            <pc:sldMk cId="0" sldId="262"/>
            <ac:spMk id="6" creationId="{1C133806-AC18-EA21-B7D1-3BDB27E33033}"/>
          </ac:spMkLst>
        </pc:spChg>
        <pc:spChg chg="add mod">
          <ac:chgData name="Phong Nguyen" userId="8c4fd242-a9b1-4744-aec7-800b28e7788a" providerId="ADAL" clId="{093EFADF-ECCE-4787-A5F3-EB2DB4613DC7}" dt="2026-10-05T14:47:40.296" v="2848"/>
          <ac:spMkLst>
            <pc:docMk/>
            <pc:sldMk cId="0" sldId="262"/>
            <ac:spMk id="7" creationId="{55512834-8116-E656-FB78-CA69547A1614}"/>
          </ac:spMkLst>
        </pc:spChg>
        <pc:spChg chg="add mod">
          <ac:chgData name="Phong Nguyen" userId="8c4fd242-a9b1-4744-aec7-800b28e7788a" providerId="ADAL" clId="{093EFADF-ECCE-4787-A5F3-EB2DB4613DC7}" dt="2026-10-05T14:47:40.322" v="2853"/>
          <ac:spMkLst>
            <pc:docMk/>
            <pc:sldMk cId="0" sldId="262"/>
            <ac:spMk id="8" creationId="{D4E00E8B-F946-C2F1-4B60-8AF08CFFF1AC}"/>
          </ac:spMkLst>
        </pc:spChg>
        <pc:spChg chg="add mod">
          <ac:chgData name="Phong Nguyen" userId="8c4fd242-a9b1-4744-aec7-800b28e7788a" providerId="ADAL" clId="{093EFADF-ECCE-4787-A5F3-EB2DB4613DC7}" dt="2026-10-05T14:47:40.351" v="2858"/>
          <ac:spMkLst>
            <pc:docMk/>
            <pc:sldMk cId="0" sldId="262"/>
            <ac:spMk id="9" creationId="{973E5D81-DB41-3702-D9AF-C6FB15F32F55}"/>
          </ac:spMkLst>
        </pc:spChg>
        <pc:spChg chg="add mod">
          <ac:chgData name="Phong Nguyen" userId="8c4fd242-a9b1-4744-aec7-800b28e7788a" providerId="ADAL" clId="{093EFADF-ECCE-4787-A5F3-EB2DB4613DC7}" dt="2026-10-05T14:47:40.373" v="2863"/>
          <ac:spMkLst>
            <pc:docMk/>
            <pc:sldMk cId="0" sldId="262"/>
            <ac:spMk id="10" creationId="{760368E0-5E1E-330D-E2F2-B8B4A00BB01C}"/>
          </ac:spMkLst>
        </pc:spChg>
        <pc:spChg chg="add mod">
          <ac:chgData name="Phong Nguyen" userId="8c4fd242-a9b1-4744-aec7-800b28e7788a" providerId="ADAL" clId="{093EFADF-ECCE-4787-A5F3-EB2DB4613DC7}" dt="2026-10-05T14:47:40.449" v="2865"/>
          <ac:spMkLst>
            <pc:docMk/>
            <pc:sldMk cId="0" sldId="262"/>
            <ac:spMk id="11" creationId="{BFD57878-5B5F-EB7F-0778-065DFAF61076}"/>
          </ac:spMkLst>
        </pc:spChg>
      </pc:sldChg>
      <pc:sldChg chg="addSp delSp modSp">
        <pc:chgData name="Phong Nguyen" userId="8c4fd242-a9b1-4744-aec7-800b28e7788a" providerId="ADAL" clId="{093EFADF-ECCE-4787-A5F3-EB2DB4613DC7}" dt="2026-10-05T14:47:40.759" v="2897"/>
        <pc:sldMkLst>
          <pc:docMk/>
          <pc:sldMk cId="0" sldId="263"/>
        </pc:sldMkLst>
        <pc:spChg chg="del">
          <ac:chgData name="Phong Nguyen" userId="8c4fd242-a9b1-4744-aec7-800b28e7788a" providerId="ADAL" clId="{093EFADF-ECCE-4787-A5F3-EB2DB4613DC7}" dt="2026-10-04T13:52:28.809" v="362"/>
          <ac:spMkLst>
            <pc:docMk/>
            <pc:sldMk cId="0" sldId="263"/>
            <ac:spMk id="5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52:28.812" v="364"/>
          <ac:spMkLst>
            <pc:docMk/>
            <pc:sldMk cId="0" sldId="263"/>
            <ac:spMk id="9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52:28.817" v="36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3:52:28.242" v="360"/>
          <ac:spMkLst>
            <pc:docMk/>
            <pc:sldMk cId="0" sldId="263"/>
            <ac:spMk id="24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52:28.819" v="369"/>
          <ac:spMkLst>
            <pc:docMk/>
            <pc:sldMk cId="0" sldId="263"/>
            <ac:spMk id="25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3:52:28.821" v="370"/>
          <ac:spMkLst>
            <pc:docMk/>
            <pc:sldMk cId="0" sldId="263"/>
            <ac:spMk id="26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3:52:29.167" v="394"/>
          <ac:spMkLst>
            <pc:docMk/>
            <pc:sldMk cId="0" sldId="263"/>
            <ac:spMk id="27" creationId="{8240C53E-BC89-4844-BEBE-CC5CC2148A40}"/>
          </ac:spMkLst>
        </pc:spChg>
        <pc:spChg chg="add mod">
          <ac:chgData name="Phong Nguyen" userId="8c4fd242-a9b1-4744-aec7-800b28e7788a" providerId="ADAL" clId="{093EFADF-ECCE-4787-A5F3-EB2DB4613DC7}" dt="2026-10-04T13:52:29.227" v="418"/>
          <ac:spMkLst>
            <pc:docMk/>
            <pc:sldMk cId="0" sldId="263"/>
            <ac:spMk id="28" creationId="{FB8B903A-0D14-CC12-3165-3170212E2B25}"/>
          </ac:spMkLst>
        </pc:spChg>
        <pc:spChg chg="add mod">
          <ac:chgData name="Phong Nguyen" userId="8c4fd242-a9b1-4744-aec7-800b28e7788a" providerId="ADAL" clId="{093EFADF-ECCE-4787-A5F3-EB2DB4613DC7}" dt="2026-10-04T13:52:29.282" v="442"/>
          <ac:spMkLst>
            <pc:docMk/>
            <pc:sldMk cId="0" sldId="263"/>
            <ac:spMk id="29" creationId="{7B074F1D-72CB-CE41-F102-C73F65AABB3B}"/>
          </ac:spMkLst>
        </pc:spChg>
        <pc:spChg chg="add mod">
          <ac:chgData name="Phong Nguyen" userId="8c4fd242-a9b1-4744-aec7-800b28e7788a" providerId="ADAL" clId="{093EFADF-ECCE-4787-A5F3-EB2DB4613DC7}" dt="2026-10-04T13:52:29.338" v="466"/>
          <ac:spMkLst>
            <pc:docMk/>
            <pc:sldMk cId="0" sldId="263"/>
            <ac:spMk id="30" creationId="{B586D0F4-5222-A7D1-8C53-BED508D54BA4}"/>
          </ac:spMkLst>
        </pc:spChg>
        <pc:spChg chg="add mod">
          <ac:chgData name="Phong Nguyen" userId="8c4fd242-a9b1-4744-aec7-800b28e7788a" providerId="ADAL" clId="{093EFADF-ECCE-4787-A5F3-EB2DB4613DC7}" dt="2026-10-04T13:52:29.392" v="490"/>
          <ac:spMkLst>
            <pc:docMk/>
            <pc:sldMk cId="0" sldId="263"/>
            <ac:spMk id="31" creationId="{E7566A31-34EA-4C17-12EB-61D34FB104A5}"/>
          </ac:spMkLst>
        </pc:spChg>
        <pc:spChg chg="add mod">
          <ac:chgData name="Phong Nguyen" userId="8c4fd242-a9b1-4744-aec7-800b28e7788a" providerId="ADAL" clId="{093EFADF-ECCE-4787-A5F3-EB2DB4613DC7}" dt="2026-10-04T13:52:29.461" v="514"/>
          <ac:spMkLst>
            <pc:docMk/>
            <pc:sldMk cId="0" sldId="263"/>
            <ac:spMk id="32" creationId="{5855568C-9753-2CFB-51D3-98B95088FB96}"/>
          </ac:spMkLst>
        </pc:spChg>
        <pc:spChg chg="add mod">
          <ac:chgData name="Phong Nguyen" userId="8c4fd242-a9b1-4744-aec7-800b28e7788a" providerId="ADAL" clId="{093EFADF-ECCE-4787-A5F3-EB2DB4613DC7}" dt="2026-10-04T13:52:29.552" v="538"/>
          <ac:spMkLst>
            <pc:docMk/>
            <pc:sldMk cId="0" sldId="263"/>
            <ac:spMk id="33" creationId="{FA056EE5-F1F6-7579-9D3E-85D75F64FD3E}"/>
          </ac:spMkLst>
        </pc:spChg>
        <pc:spChg chg="add mod">
          <ac:chgData name="Phong Nguyen" userId="8c4fd242-a9b1-4744-aec7-800b28e7788a" providerId="ADAL" clId="{093EFADF-ECCE-4787-A5F3-EB2DB4613DC7}" dt="2026-10-04T13:52:29.981" v="565"/>
          <ac:spMkLst>
            <pc:docMk/>
            <pc:sldMk cId="0" sldId="263"/>
            <ac:spMk id="37" creationId="{9D9F09CA-52F5-E0C0-EB19-DB90A94130AE}"/>
          </ac:spMkLst>
        </pc:spChg>
        <pc:spChg chg="add mod">
          <ac:chgData name="Phong Nguyen" userId="8c4fd242-a9b1-4744-aec7-800b28e7788a" providerId="ADAL" clId="{093EFADF-ECCE-4787-A5F3-EB2DB4613DC7}" dt="2026-10-04T13:52:30.087" v="568"/>
          <ac:spMkLst>
            <pc:docMk/>
            <pc:sldMk cId="0" sldId="263"/>
            <ac:spMk id="38" creationId="{0361BD0C-73A5-FE3B-5093-089FD1F70832}"/>
          </ac:spMkLst>
        </pc:spChg>
        <pc:spChg chg="add mod">
          <ac:chgData name="Phong Nguyen" userId="8c4fd242-a9b1-4744-aec7-800b28e7788a" providerId="ADAL" clId="{093EFADF-ECCE-4787-A5F3-EB2DB4613DC7}" dt="2026-10-05T14:47:40.510" v="2870"/>
          <ac:spMkLst>
            <pc:docMk/>
            <pc:sldMk cId="0" sldId="263"/>
            <ac:spMk id="39" creationId="{17C0178D-AE4D-566E-49AA-C87CEF132E5F}"/>
          </ac:spMkLst>
        </pc:spChg>
        <pc:spChg chg="add mod">
          <ac:chgData name="Phong Nguyen" userId="8c4fd242-a9b1-4744-aec7-800b28e7788a" providerId="ADAL" clId="{093EFADF-ECCE-4787-A5F3-EB2DB4613DC7}" dt="2026-10-05T14:47:40.557" v="2875"/>
          <ac:spMkLst>
            <pc:docMk/>
            <pc:sldMk cId="0" sldId="263"/>
            <ac:spMk id="40" creationId="{E684C260-C457-0599-8515-7C6B7DA7B102}"/>
          </ac:spMkLst>
        </pc:spChg>
        <pc:spChg chg="add mod">
          <ac:chgData name="Phong Nguyen" userId="8c4fd242-a9b1-4744-aec7-800b28e7788a" providerId="ADAL" clId="{093EFADF-ECCE-4787-A5F3-EB2DB4613DC7}" dt="2026-10-05T14:47:40.583" v="2880"/>
          <ac:spMkLst>
            <pc:docMk/>
            <pc:sldMk cId="0" sldId="263"/>
            <ac:spMk id="41" creationId="{F74C9183-3C25-04A8-202F-7512E79B8DE7}"/>
          </ac:spMkLst>
        </pc:spChg>
        <pc:spChg chg="add mod">
          <ac:chgData name="Phong Nguyen" userId="8c4fd242-a9b1-4744-aec7-800b28e7788a" providerId="ADAL" clId="{093EFADF-ECCE-4787-A5F3-EB2DB4613DC7}" dt="2026-10-05T14:47:40.609" v="2885"/>
          <ac:spMkLst>
            <pc:docMk/>
            <pc:sldMk cId="0" sldId="263"/>
            <ac:spMk id="42" creationId="{6C9B2A86-1B9D-C84F-9264-73ED2223C37B}"/>
          </ac:spMkLst>
        </pc:spChg>
        <pc:spChg chg="add mod">
          <ac:chgData name="Phong Nguyen" userId="8c4fd242-a9b1-4744-aec7-800b28e7788a" providerId="ADAL" clId="{093EFADF-ECCE-4787-A5F3-EB2DB4613DC7}" dt="2026-10-05T14:47:40.637" v="2890"/>
          <ac:spMkLst>
            <pc:docMk/>
            <pc:sldMk cId="0" sldId="263"/>
            <ac:spMk id="43" creationId="{856DF887-DB80-734B-C07E-D34C0FF8A459}"/>
          </ac:spMkLst>
        </pc:spChg>
        <pc:spChg chg="add mod">
          <ac:chgData name="Phong Nguyen" userId="8c4fd242-a9b1-4744-aec7-800b28e7788a" providerId="ADAL" clId="{093EFADF-ECCE-4787-A5F3-EB2DB4613DC7}" dt="2026-10-05T14:47:40.667" v="2895"/>
          <ac:spMkLst>
            <pc:docMk/>
            <pc:sldMk cId="0" sldId="263"/>
            <ac:spMk id="44" creationId="{23E334C0-1EFF-CFCB-F7CC-721DC80871A8}"/>
          </ac:spMkLst>
        </pc:spChg>
        <pc:spChg chg="add mod">
          <ac:chgData name="Phong Nguyen" userId="8c4fd242-a9b1-4744-aec7-800b28e7788a" providerId="ADAL" clId="{093EFADF-ECCE-4787-A5F3-EB2DB4613DC7}" dt="2026-10-05T14:47:40.759" v="2897"/>
          <ac:spMkLst>
            <pc:docMk/>
            <pc:sldMk cId="0" sldId="263"/>
            <ac:spMk id="45" creationId="{E5BDE4D3-A59E-25D8-43AB-686305ECE708}"/>
          </ac:spMkLst>
        </pc:spChg>
        <pc:grpChg chg="del">
          <ac:chgData name="Phong Nguyen" userId="8c4fd242-a9b1-4744-aec7-800b28e7788a" providerId="ADAL" clId="{093EFADF-ECCE-4787-A5F3-EB2DB4613DC7}" dt="2026-10-04T13:52:28.803" v="361"/>
          <ac:grpSpMkLst>
            <pc:docMk/>
            <pc:sldMk cId="0" sldId="263"/>
            <ac:grpSpMk id="2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3:52:28.811" v="363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3:52:28.813" v="365"/>
          <ac:grpSpMkLst>
            <pc:docMk/>
            <pc:sldMk cId="0" sldId="263"/>
            <ac:grpSpMk id="10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3:52:28.815" v="366"/>
          <ac:grpSpMkLst>
            <pc:docMk/>
            <pc:sldMk cId="0" sldId="263"/>
            <ac:grpSpMk id="13" creationId="{00000000-0000-0000-0000-000000000000}"/>
          </ac:grpSpMkLst>
        </pc:grpChg>
        <pc:grpChg chg="del">
          <ac:chgData name="Phong Nguyen" userId="8c4fd242-a9b1-4744-aec7-800b28e7788a" providerId="ADAL" clId="{093EFADF-ECCE-4787-A5F3-EB2DB4613DC7}" dt="2026-10-04T13:52:28.818" v="368"/>
          <ac:grpSpMkLst>
            <pc:docMk/>
            <pc:sldMk cId="0" sldId="263"/>
            <ac:grpSpMk id="17" creationId="{00000000-0000-0000-0000-000000000000}"/>
          </ac:grpSpMkLst>
        </pc:grpChg>
        <pc:cxnChg chg="add mod">
          <ac:chgData name="Phong Nguyen" userId="8c4fd242-a9b1-4744-aec7-800b28e7788a" providerId="ADAL" clId="{093EFADF-ECCE-4787-A5F3-EB2DB4613DC7}" dt="2026-10-04T13:52:29.747" v="546"/>
          <ac:cxnSpMkLst>
            <pc:docMk/>
            <pc:sldMk cId="0" sldId="263"/>
            <ac:cxnSpMk id="34" creationId="{B00B618B-55EF-9F13-7742-8F611D9FD630}"/>
          </ac:cxnSpMkLst>
        </pc:cxnChg>
        <pc:cxnChg chg="add mod">
          <ac:chgData name="Phong Nguyen" userId="8c4fd242-a9b1-4744-aec7-800b28e7788a" providerId="ADAL" clId="{093EFADF-ECCE-4787-A5F3-EB2DB4613DC7}" dt="2026-10-04T13:52:29.788" v="554"/>
          <ac:cxnSpMkLst>
            <pc:docMk/>
            <pc:sldMk cId="0" sldId="263"/>
            <ac:cxnSpMk id="35" creationId="{BD1F7C4C-3B3C-1D94-81AA-8ED96281F111}"/>
          </ac:cxnSpMkLst>
        </pc:cxnChg>
        <pc:cxnChg chg="add mod">
          <ac:chgData name="Phong Nguyen" userId="8c4fd242-a9b1-4744-aec7-800b28e7788a" providerId="ADAL" clId="{093EFADF-ECCE-4787-A5F3-EB2DB4613DC7}" dt="2026-10-04T13:52:29.826" v="562"/>
          <ac:cxnSpMkLst>
            <pc:docMk/>
            <pc:sldMk cId="0" sldId="263"/>
            <ac:cxnSpMk id="36" creationId="{6F369114-8F76-9947-D335-D1C01175DE81}"/>
          </ac:cxnSpMkLst>
        </pc:cxnChg>
      </pc:sldChg>
      <pc:sldChg chg="addSp modSp">
        <pc:chgData name="Phong Nguyen" userId="8c4fd242-a9b1-4744-aec7-800b28e7788a" providerId="ADAL" clId="{093EFADF-ECCE-4787-A5F3-EB2DB4613DC7}" dt="2026-10-05T14:47:41.276" v="2961"/>
        <pc:sldMkLst>
          <pc:docMk/>
          <pc:sldMk cId="0" sldId="264"/>
        </pc:sldMkLst>
        <pc:spChg chg="mod">
          <ac:chgData name="Phong Nguyen" userId="8c4fd242-a9b1-4744-aec7-800b28e7788a" providerId="ADAL" clId="{093EFADF-ECCE-4787-A5F3-EB2DB4613DC7}" dt="2026-10-04T13:56:13.409" v="747"/>
          <ac:spMkLst>
            <pc:docMk/>
            <pc:sldMk cId="0" sldId="264"/>
            <ac:spMk id="3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3:56:13.428" v="748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41.059" v="2934"/>
          <ac:spMkLst>
            <pc:docMk/>
            <pc:sldMk cId="0" sldId="264"/>
            <ac:spMk id="5" creationId="{92C76321-A745-9D8C-8D05-4A84F1D17EB2}"/>
          </ac:spMkLst>
        </pc:spChg>
        <pc:spChg chg="add mod">
          <ac:chgData name="Phong Nguyen" userId="8c4fd242-a9b1-4744-aec7-800b28e7788a" providerId="ADAL" clId="{093EFADF-ECCE-4787-A5F3-EB2DB4613DC7}" dt="2026-10-05T14:47:41.085" v="2939"/>
          <ac:spMkLst>
            <pc:docMk/>
            <pc:sldMk cId="0" sldId="264"/>
            <ac:spMk id="6" creationId="{6C921994-FAEA-B72A-AD95-F192D32EF93D}"/>
          </ac:spMkLst>
        </pc:spChg>
        <pc:spChg chg="add mod">
          <ac:chgData name="Phong Nguyen" userId="8c4fd242-a9b1-4744-aec7-800b28e7788a" providerId="ADAL" clId="{093EFADF-ECCE-4787-A5F3-EB2DB4613DC7}" dt="2026-10-05T14:47:41.129" v="2944"/>
          <ac:spMkLst>
            <pc:docMk/>
            <pc:sldMk cId="0" sldId="264"/>
            <ac:spMk id="7" creationId="{DBB6538F-625B-9993-C65A-6306957C093F}"/>
          </ac:spMkLst>
        </pc:spChg>
        <pc:spChg chg="add mod">
          <ac:chgData name="Phong Nguyen" userId="8c4fd242-a9b1-4744-aec7-800b28e7788a" providerId="ADAL" clId="{093EFADF-ECCE-4787-A5F3-EB2DB4613DC7}" dt="2026-10-05T14:47:41.151" v="2949"/>
          <ac:spMkLst>
            <pc:docMk/>
            <pc:sldMk cId="0" sldId="264"/>
            <ac:spMk id="8" creationId="{03942814-A90D-50F0-47E1-2AD0E8D126B0}"/>
          </ac:spMkLst>
        </pc:spChg>
        <pc:spChg chg="add mod">
          <ac:chgData name="Phong Nguyen" userId="8c4fd242-a9b1-4744-aec7-800b28e7788a" providerId="ADAL" clId="{093EFADF-ECCE-4787-A5F3-EB2DB4613DC7}" dt="2026-10-05T14:47:41.176" v="2954"/>
          <ac:spMkLst>
            <pc:docMk/>
            <pc:sldMk cId="0" sldId="264"/>
            <ac:spMk id="9" creationId="{96C6A39A-5767-9CF3-9C77-471160335C9B}"/>
          </ac:spMkLst>
        </pc:spChg>
        <pc:spChg chg="add mod">
          <ac:chgData name="Phong Nguyen" userId="8c4fd242-a9b1-4744-aec7-800b28e7788a" providerId="ADAL" clId="{093EFADF-ECCE-4787-A5F3-EB2DB4613DC7}" dt="2026-10-05T14:47:41.199" v="2959"/>
          <ac:spMkLst>
            <pc:docMk/>
            <pc:sldMk cId="0" sldId="264"/>
            <ac:spMk id="10" creationId="{C22FB63F-A0A1-5500-3F8F-DF7D697CC20F}"/>
          </ac:spMkLst>
        </pc:spChg>
        <pc:spChg chg="add mod">
          <ac:chgData name="Phong Nguyen" userId="8c4fd242-a9b1-4744-aec7-800b28e7788a" providerId="ADAL" clId="{093EFADF-ECCE-4787-A5F3-EB2DB4613DC7}" dt="2026-10-05T14:47:41.276" v="2961"/>
          <ac:spMkLst>
            <pc:docMk/>
            <pc:sldMk cId="0" sldId="264"/>
            <ac:spMk id="11" creationId="{02DABBBB-7C80-AA45-5650-2FEE1B4A885C}"/>
          </ac:spMkLst>
        </pc:spChg>
      </pc:sldChg>
      <pc:sldChg chg="addSp delSp modSp">
        <pc:chgData name="Phong Nguyen" userId="8c4fd242-a9b1-4744-aec7-800b28e7788a" providerId="ADAL" clId="{093EFADF-ECCE-4787-A5F3-EB2DB4613DC7}" dt="2026-10-05T14:47:41.536" v="2993"/>
        <pc:sldMkLst>
          <pc:docMk/>
          <pc:sldMk cId="0" sldId="265"/>
        </pc:sldMkLst>
        <pc:spChg chg="del">
          <ac:chgData name="Phong Nguyen" userId="8c4fd242-a9b1-4744-aec7-800b28e7788a" providerId="ADAL" clId="{093EFADF-ECCE-4787-A5F3-EB2DB4613DC7}" dt="2026-10-04T14:10:35.600" v="750"/>
          <ac:spMkLst>
            <pc:docMk/>
            <pc:sldMk cId="0" sldId="265"/>
            <ac:spMk id="2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06" v="751"/>
          <ac:spMkLst>
            <pc:docMk/>
            <pc:sldMk cId="0" sldId="265"/>
            <ac:spMk id="3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4:10:35.214" v="749"/>
          <ac:spMkLst>
            <pc:docMk/>
            <pc:sldMk cId="0" sldId="265"/>
            <ac:spMk id="4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09" v="752"/>
          <ac:spMkLst>
            <pc:docMk/>
            <pc:sldMk cId="0" sldId="265"/>
            <ac:spMk id="5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13" v="753"/>
          <ac:spMkLst>
            <pc:docMk/>
            <pc:sldMk cId="0" sldId="265"/>
            <ac:spMk id="6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15" v="754"/>
          <ac:spMkLst>
            <pc:docMk/>
            <pc:sldMk cId="0" sldId="265"/>
            <ac:spMk id="7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18" v="755"/>
          <ac:spMkLst>
            <pc:docMk/>
            <pc:sldMk cId="0" sldId="265"/>
            <ac:spMk id="8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4:10:35.621" v="756"/>
          <ac:spMkLst>
            <pc:docMk/>
            <pc:sldMk cId="0" sldId="265"/>
            <ac:spMk id="9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4:10:36.078" v="783"/>
          <ac:spMkLst>
            <pc:docMk/>
            <pc:sldMk cId="0" sldId="265"/>
            <ac:spMk id="10" creationId="{4CEDFAB9-90FE-3976-CE19-D6D520337BF6}"/>
          </ac:spMkLst>
        </pc:spChg>
        <pc:spChg chg="add mod">
          <ac:chgData name="Phong Nguyen" userId="8c4fd242-a9b1-4744-aec7-800b28e7788a" providerId="ADAL" clId="{093EFADF-ECCE-4787-A5F3-EB2DB4613DC7}" dt="2026-10-04T14:10:36.224" v="811"/>
          <ac:spMkLst>
            <pc:docMk/>
            <pc:sldMk cId="0" sldId="265"/>
            <ac:spMk id="11" creationId="{3A86ADED-0E91-0546-084D-818112420EF8}"/>
          </ac:spMkLst>
        </pc:spChg>
        <pc:spChg chg="add mod">
          <ac:chgData name="Phong Nguyen" userId="8c4fd242-a9b1-4744-aec7-800b28e7788a" providerId="ADAL" clId="{093EFADF-ECCE-4787-A5F3-EB2DB4613DC7}" dt="2026-10-04T14:10:36.294" v="835"/>
          <ac:spMkLst>
            <pc:docMk/>
            <pc:sldMk cId="0" sldId="265"/>
            <ac:spMk id="12" creationId="{238C083F-1AFC-031E-44E6-2FDA5AC9C95F}"/>
          </ac:spMkLst>
        </pc:spChg>
        <pc:spChg chg="add mod">
          <ac:chgData name="Phong Nguyen" userId="8c4fd242-a9b1-4744-aec7-800b28e7788a" providerId="ADAL" clId="{093EFADF-ECCE-4787-A5F3-EB2DB4613DC7}" dt="2026-10-04T14:10:36.359" v="859"/>
          <ac:spMkLst>
            <pc:docMk/>
            <pc:sldMk cId="0" sldId="265"/>
            <ac:spMk id="13" creationId="{C84AB725-E05C-C1FC-2BB3-56213F4A5DE8}"/>
          </ac:spMkLst>
        </pc:spChg>
        <pc:spChg chg="add mod">
          <ac:chgData name="Phong Nguyen" userId="8c4fd242-a9b1-4744-aec7-800b28e7788a" providerId="ADAL" clId="{093EFADF-ECCE-4787-A5F3-EB2DB4613DC7}" dt="2026-10-04T14:10:36.444" v="883"/>
          <ac:spMkLst>
            <pc:docMk/>
            <pc:sldMk cId="0" sldId="265"/>
            <ac:spMk id="14" creationId="{7A60C1C2-0AAD-3872-1869-EB4BCE370122}"/>
          </ac:spMkLst>
        </pc:spChg>
        <pc:spChg chg="add mod">
          <ac:chgData name="Phong Nguyen" userId="8c4fd242-a9b1-4744-aec7-800b28e7788a" providerId="ADAL" clId="{093EFADF-ECCE-4787-A5F3-EB2DB4613DC7}" dt="2026-10-04T14:10:36.640" v="894"/>
          <ac:spMkLst>
            <pc:docMk/>
            <pc:sldMk cId="0" sldId="265"/>
            <ac:spMk id="16" creationId="{1962BB4F-322E-1267-E245-A9A0F85B5475}"/>
          </ac:spMkLst>
        </pc:spChg>
        <pc:spChg chg="add mod">
          <ac:chgData name="Phong Nguyen" userId="8c4fd242-a9b1-4744-aec7-800b28e7788a" providerId="ADAL" clId="{093EFADF-ECCE-4787-A5F3-EB2DB4613DC7}" dt="2026-10-04T14:10:36.736" v="897"/>
          <ac:spMkLst>
            <pc:docMk/>
            <pc:sldMk cId="0" sldId="265"/>
            <ac:spMk id="17" creationId="{0D1773CD-8F4C-9B9B-79AC-5D2EA51C4886}"/>
          </ac:spMkLst>
        </pc:spChg>
        <pc:spChg chg="add mod">
          <ac:chgData name="Phong Nguyen" userId="8c4fd242-a9b1-4744-aec7-800b28e7788a" providerId="ADAL" clId="{093EFADF-ECCE-4787-A5F3-EB2DB4613DC7}" dt="2026-10-04T14:10:36.796" v="900"/>
          <ac:spMkLst>
            <pc:docMk/>
            <pc:sldMk cId="0" sldId="265"/>
            <ac:spMk id="18" creationId="{24A4E3CD-57DC-2458-E357-581D9166652E}"/>
          </ac:spMkLst>
        </pc:spChg>
        <pc:spChg chg="add mod">
          <ac:chgData name="Phong Nguyen" userId="8c4fd242-a9b1-4744-aec7-800b28e7788a" providerId="ADAL" clId="{093EFADF-ECCE-4787-A5F3-EB2DB4613DC7}" dt="2026-10-04T14:10:36.856" v="903"/>
          <ac:spMkLst>
            <pc:docMk/>
            <pc:sldMk cId="0" sldId="265"/>
            <ac:spMk id="19" creationId="{32CE59D5-C679-1D92-FE7C-E4B27CBBA663}"/>
          </ac:spMkLst>
        </pc:spChg>
        <pc:spChg chg="add mod">
          <ac:chgData name="Phong Nguyen" userId="8c4fd242-a9b1-4744-aec7-800b28e7788a" providerId="ADAL" clId="{093EFADF-ECCE-4787-A5F3-EB2DB4613DC7}" dt="2026-10-04T14:10:36.922" v="906"/>
          <ac:spMkLst>
            <pc:docMk/>
            <pc:sldMk cId="0" sldId="265"/>
            <ac:spMk id="20" creationId="{175C4508-30A5-28C0-C348-494744146CE0}"/>
          </ac:spMkLst>
        </pc:spChg>
        <pc:spChg chg="add mod">
          <ac:chgData name="Phong Nguyen" userId="8c4fd242-a9b1-4744-aec7-800b28e7788a" providerId="ADAL" clId="{093EFADF-ECCE-4787-A5F3-EB2DB4613DC7}" dt="2026-10-04T14:10:36.981" v="909"/>
          <ac:spMkLst>
            <pc:docMk/>
            <pc:sldMk cId="0" sldId="265"/>
            <ac:spMk id="21" creationId="{108C9AAF-91F1-ECEC-1AC1-637722933634}"/>
          </ac:spMkLst>
        </pc:spChg>
        <pc:spChg chg="add mod">
          <ac:chgData name="Phong Nguyen" userId="8c4fd242-a9b1-4744-aec7-800b28e7788a" providerId="ADAL" clId="{093EFADF-ECCE-4787-A5F3-EB2DB4613DC7}" dt="2026-10-04T14:10:37.064" v="912"/>
          <ac:spMkLst>
            <pc:docMk/>
            <pc:sldMk cId="0" sldId="265"/>
            <ac:spMk id="22" creationId="{22D46032-85F6-8A57-FAEB-46985219C58C}"/>
          </ac:spMkLst>
        </pc:spChg>
        <pc:spChg chg="add mod">
          <ac:chgData name="Phong Nguyen" userId="8c4fd242-a9b1-4744-aec7-800b28e7788a" providerId="ADAL" clId="{093EFADF-ECCE-4787-A5F3-EB2DB4613DC7}" dt="2026-10-04T14:10:37.141" v="915"/>
          <ac:spMkLst>
            <pc:docMk/>
            <pc:sldMk cId="0" sldId="265"/>
            <ac:spMk id="23" creationId="{8862C680-5EAD-B3CF-F00C-C1BEA84A4755}"/>
          </ac:spMkLst>
        </pc:spChg>
        <pc:spChg chg="add mod">
          <ac:chgData name="Phong Nguyen" userId="8c4fd242-a9b1-4744-aec7-800b28e7788a" providerId="ADAL" clId="{093EFADF-ECCE-4787-A5F3-EB2DB4613DC7}" dt="2026-10-05T14:47:41.307" v="2966"/>
          <ac:spMkLst>
            <pc:docMk/>
            <pc:sldMk cId="0" sldId="265"/>
            <ac:spMk id="24" creationId="{01A68E71-8335-2569-ACB8-2B08586C3476}"/>
          </ac:spMkLst>
        </pc:spChg>
        <pc:spChg chg="add mod">
          <ac:chgData name="Phong Nguyen" userId="8c4fd242-a9b1-4744-aec7-800b28e7788a" providerId="ADAL" clId="{093EFADF-ECCE-4787-A5F3-EB2DB4613DC7}" dt="2026-10-05T14:47:41.330" v="2971"/>
          <ac:spMkLst>
            <pc:docMk/>
            <pc:sldMk cId="0" sldId="265"/>
            <ac:spMk id="25" creationId="{C074D960-DB29-FBBE-5CD9-701A85D91448}"/>
          </ac:spMkLst>
        </pc:spChg>
        <pc:spChg chg="add mod">
          <ac:chgData name="Phong Nguyen" userId="8c4fd242-a9b1-4744-aec7-800b28e7788a" providerId="ADAL" clId="{093EFADF-ECCE-4787-A5F3-EB2DB4613DC7}" dt="2026-10-05T14:47:41.356" v="2976"/>
          <ac:spMkLst>
            <pc:docMk/>
            <pc:sldMk cId="0" sldId="265"/>
            <ac:spMk id="26" creationId="{68BB20ED-5E40-E50F-C77E-E690A2D59B8D}"/>
          </ac:spMkLst>
        </pc:spChg>
        <pc:spChg chg="add mod">
          <ac:chgData name="Phong Nguyen" userId="8c4fd242-a9b1-4744-aec7-800b28e7788a" providerId="ADAL" clId="{093EFADF-ECCE-4787-A5F3-EB2DB4613DC7}" dt="2026-10-05T14:47:41.381" v="2981"/>
          <ac:spMkLst>
            <pc:docMk/>
            <pc:sldMk cId="0" sldId="265"/>
            <ac:spMk id="27" creationId="{335441A5-D29A-6AD8-4925-D44E6834423F}"/>
          </ac:spMkLst>
        </pc:spChg>
        <pc:spChg chg="add mod">
          <ac:chgData name="Phong Nguyen" userId="8c4fd242-a9b1-4744-aec7-800b28e7788a" providerId="ADAL" clId="{093EFADF-ECCE-4787-A5F3-EB2DB4613DC7}" dt="2026-10-05T14:47:41.427" v="2986"/>
          <ac:spMkLst>
            <pc:docMk/>
            <pc:sldMk cId="0" sldId="265"/>
            <ac:spMk id="28" creationId="{97319F47-D295-28F2-6BA3-253E6AAF310F}"/>
          </ac:spMkLst>
        </pc:spChg>
        <pc:spChg chg="add mod">
          <ac:chgData name="Phong Nguyen" userId="8c4fd242-a9b1-4744-aec7-800b28e7788a" providerId="ADAL" clId="{093EFADF-ECCE-4787-A5F3-EB2DB4613DC7}" dt="2026-10-05T14:47:41.456" v="2991"/>
          <ac:spMkLst>
            <pc:docMk/>
            <pc:sldMk cId="0" sldId="265"/>
            <ac:spMk id="29" creationId="{91529B3E-440D-62E0-9CC8-37D03D6152F4}"/>
          </ac:spMkLst>
        </pc:spChg>
        <pc:spChg chg="add mod">
          <ac:chgData name="Phong Nguyen" userId="8c4fd242-a9b1-4744-aec7-800b28e7788a" providerId="ADAL" clId="{093EFADF-ECCE-4787-A5F3-EB2DB4613DC7}" dt="2026-10-05T14:47:41.536" v="2993"/>
          <ac:spMkLst>
            <pc:docMk/>
            <pc:sldMk cId="0" sldId="265"/>
            <ac:spMk id="30" creationId="{C83FF268-D7DF-675D-DFE8-4973626D1DE6}"/>
          </ac:spMkLst>
        </pc:spChg>
        <pc:cxnChg chg="add mod">
          <ac:chgData name="Phong Nguyen" userId="8c4fd242-a9b1-4744-aec7-800b28e7788a" providerId="ADAL" clId="{093EFADF-ECCE-4787-A5F3-EB2DB4613DC7}" dt="2026-10-04T14:10:36.538" v="891"/>
          <ac:cxnSpMkLst>
            <pc:docMk/>
            <pc:sldMk cId="0" sldId="265"/>
            <ac:cxnSpMk id="15" creationId="{57CCB7BC-3666-6727-CD1C-6DD09B9B0653}"/>
          </ac:cxnSpMkLst>
        </pc:cxnChg>
      </pc:sldChg>
      <pc:sldChg chg="addSp modSp">
        <pc:chgData name="Phong Nguyen" userId="8c4fd242-a9b1-4744-aec7-800b28e7788a" providerId="ADAL" clId="{093EFADF-ECCE-4787-A5F3-EB2DB4613DC7}" dt="2026-10-05T14:47:41.787" v="3025"/>
        <pc:sldMkLst>
          <pc:docMk/>
          <pc:sldMk cId="0" sldId="266"/>
        </pc:sldMkLst>
        <pc:spChg chg="add mod">
          <ac:chgData name="Phong Nguyen" userId="8c4fd242-a9b1-4744-aec7-800b28e7788a" providerId="ADAL" clId="{093EFADF-ECCE-4787-A5F3-EB2DB4613DC7}" dt="2026-10-05T14:47:41.568" v="2998"/>
          <ac:spMkLst>
            <pc:docMk/>
            <pc:sldMk cId="0" sldId="266"/>
            <ac:spMk id="5" creationId="{5339D6AA-861C-D075-3A83-6E76F985BE1C}"/>
          </ac:spMkLst>
        </pc:spChg>
        <pc:spChg chg="add mod">
          <ac:chgData name="Phong Nguyen" userId="8c4fd242-a9b1-4744-aec7-800b28e7788a" providerId="ADAL" clId="{093EFADF-ECCE-4787-A5F3-EB2DB4613DC7}" dt="2026-10-05T14:47:41.590" v="3003"/>
          <ac:spMkLst>
            <pc:docMk/>
            <pc:sldMk cId="0" sldId="266"/>
            <ac:spMk id="6" creationId="{00CD6670-3299-9C4F-EBD6-27FBAEEA670D}"/>
          </ac:spMkLst>
        </pc:spChg>
        <pc:spChg chg="add mod">
          <ac:chgData name="Phong Nguyen" userId="8c4fd242-a9b1-4744-aec7-800b28e7788a" providerId="ADAL" clId="{093EFADF-ECCE-4787-A5F3-EB2DB4613DC7}" dt="2026-10-05T14:47:41.613" v="3008"/>
          <ac:spMkLst>
            <pc:docMk/>
            <pc:sldMk cId="0" sldId="266"/>
            <ac:spMk id="7" creationId="{E810DEE0-82C0-2360-FCF1-6D119B014DEC}"/>
          </ac:spMkLst>
        </pc:spChg>
        <pc:spChg chg="add mod">
          <ac:chgData name="Phong Nguyen" userId="8c4fd242-a9b1-4744-aec7-800b28e7788a" providerId="ADAL" clId="{093EFADF-ECCE-4787-A5F3-EB2DB4613DC7}" dt="2026-10-05T14:47:41.638" v="3013"/>
          <ac:spMkLst>
            <pc:docMk/>
            <pc:sldMk cId="0" sldId="266"/>
            <ac:spMk id="8" creationId="{2CD0F71A-7C19-3AE3-FBEF-B78B913953C4}"/>
          </ac:spMkLst>
        </pc:spChg>
        <pc:spChg chg="add mod">
          <ac:chgData name="Phong Nguyen" userId="8c4fd242-a9b1-4744-aec7-800b28e7788a" providerId="ADAL" clId="{093EFADF-ECCE-4787-A5F3-EB2DB4613DC7}" dt="2026-10-05T14:47:41.661" v="3018"/>
          <ac:spMkLst>
            <pc:docMk/>
            <pc:sldMk cId="0" sldId="266"/>
            <ac:spMk id="9" creationId="{23C6729A-D4E3-E54F-9450-6C1B4A618C85}"/>
          </ac:spMkLst>
        </pc:spChg>
        <pc:spChg chg="add mod">
          <ac:chgData name="Phong Nguyen" userId="8c4fd242-a9b1-4744-aec7-800b28e7788a" providerId="ADAL" clId="{093EFADF-ECCE-4787-A5F3-EB2DB4613DC7}" dt="2026-10-05T14:47:41.684" v="3023"/>
          <ac:spMkLst>
            <pc:docMk/>
            <pc:sldMk cId="0" sldId="266"/>
            <ac:spMk id="10" creationId="{D7AC8443-30E2-2F62-223A-72F04AE9792D}"/>
          </ac:spMkLst>
        </pc:spChg>
        <pc:spChg chg="add mod">
          <ac:chgData name="Phong Nguyen" userId="8c4fd242-a9b1-4744-aec7-800b28e7788a" providerId="ADAL" clId="{093EFADF-ECCE-4787-A5F3-EB2DB4613DC7}" dt="2026-10-05T14:47:41.787" v="3025"/>
          <ac:spMkLst>
            <pc:docMk/>
            <pc:sldMk cId="0" sldId="266"/>
            <ac:spMk id="11" creationId="{415A2F7C-5E0F-1990-A1AD-AAEC2F97CBFD}"/>
          </ac:spMkLst>
        </pc:spChg>
      </pc:sldChg>
      <pc:sldChg chg="addSp modSp">
        <pc:chgData name="Phong Nguyen" userId="8c4fd242-a9b1-4744-aec7-800b28e7788a" providerId="ADAL" clId="{093EFADF-ECCE-4787-A5F3-EB2DB4613DC7}" dt="2026-10-05T14:47:42.029" v="3057"/>
        <pc:sldMkLst>
          <pc:docMk/>
          <pc:sldMk cId="0" sldId="267"/>
        </pc:sldMkLst>
        <pc:spChg chg="mod">
          <ac:chgData name="Phong Nguyen" userId="8c4fd242-a9b1-4744-aec7-800b28e7788a" providerId="ADAL" clId="{093EFADF-ECCE-4787-A5F3-EB2DB4613DC7}" dt="2026-10-04T14:33:20.880" v="916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41.813" v="3030"/>
          <ac:spMkLst>
            <pc:docMk/>
            <pc:sldMk cId="0" sldId="267"/>
            <ac:spMk id="4" creationId="{1990769E-E290-5125-BA51-D8FC55C40C8B}"/>
          </ac:spMkLst>
        </pc:spChg>
        <pc:spChg chg="add mod">
          <ac:chgData name="Phong Nguyen" userId="8c4fd242-a9b1-4744-aec7-800b28e7788a" providerId="ADAL" clId="{093EFADF-ECCE-4787-A5F3-EB2DB4613DC7}" dt="2026-10-05T14:47:41.833" v="3035"/>
          <ac:spMkLst>
            <pc:docMk/>
            <pc:sldMk cId="0" sldId="267"/>
            <ac:spMk id="5" creationId="{790C4A24-4977-C800-7DE8-A5636F22503F}"/>
          </ac:spMkLst>
        </pc:spChg>
        <pc:spChg chg="add mod">
          <ac:chgData name="Phong Nguyen" userId="8c4fd242-a9b1-4744-aec7-800b28e7788a" providerId="ADAL" clId="{093EFADF-ECCE-4787-A5F3-EB2DB4613DC7}" dt="2026-10-05T14:47:41.858" v="3040"/>
          <ac:spMkLst>
            <pc:docMk/>
            <pc:sldMk cId="0" sldId="267"/>
            <ac:spMk id="6" creationId="{BCC3B9CA-C3DF-8C94-6D9D-67D009AED932}"/>
          </ac:spMkLst>
        </pc:spChg>
        <pc:spChg chg="add mod">
          <ac:chgData name="Phong Nguyen" userId="8c4fd242-a9b1-4744-aec7-800b28e7788a" providerId="ADAL" clId="{093EFADF-ECCE-4787-A5F3-EB2DB4613DC7}" dt="2026-10-05T14:47:41.886" v="3045"/>
          <ac:spMkLst>
            <pc:docMk/>
            <pc:sldMk cId="0" sldId="267"/>
            <ac:spMk id="7" creationId="{B83A26CD-4972-AD30-351B-13822595B2E8}"/>
          </ac:spMkLst>
        </pc:spChg>
        <pc:spChg chg="add mod">
          <ac:chgData name="Phong Nguyen" userId="8c4fd242-a9b1-4744-aec7-800b28e7788a" providerId="ADAL" clId="{093EFADF-ECCE-4787-A5F3-EB2DB4613DC7}" dt="2026-10-05T14:47:41.914" v="3050"/>
          <ac:spMkLst>
            <pc:docMk/>
            <pc:sldMk cId="0" sldId="267"/>
            <ac:spMk id="8" creationId="{38B779D0-CACC-5C5A-7E3A-95E1178BD56D}"/>
          </ac:spMkLst>
        </pc:spChg>
        <pc:spChg chg="add mod">
          <ac:chgData name="Phong Nguyen" userId="8c4fd242-a9b1-4744-aec7-800b28e7788a" providerId="ADAL" clId="{093EFADF-ECCE-4787-A5F3-EB2DB4613DC7}" dt="2026-10-05T14:47:41.936" v="3055"/>
          <ac:spMkLst>
            <pc:docMk/>
            <pc:sldMk cId="0" sldId="267"/>
            <ac:spMk id="9" creationId="{86C29F4C-11EE-62C5-CDDD-46F4333A1E5D}"/>
          </ac:spMkLst>
        </pc:spChg>
        <pc:spChg chg="add mod">
          <ac:chgData name="Phong Nguyen" userId="8c4fd242-a9b1-4744-aec7-800b28e7788a" providerId="ADAL" clId="{093EFADF-ECCE-4787-A5F3-EB2DB4613DC7}" dt="2026-10-05T14:47:42.029" v="3057"/>
          <ac:spMkLst>
            <pc:docMk/>
            <pc:sldMk cId="0" sldId="267"/>
            <ac:spMk id="10" creationId="{3FB9C793-8725-12E9-6BB0-075E9D6F7712}"/>
          </ac:spMkLst>
        </pc:spChg>
      </pc:sldChg>
      <pc:sldChg chg="addSp modSp">
        <pc:chgData name="Phong Nguyen" userId="8c4fd242-a9b1-4744-aec7-800b28e7788a" providerId="ADAL" clId="{093EFADF-ECCE-4787-A5F3-EB2DB4613DC7}" dt="2026-10-05T14:47:42.432" v="3089"/>
        <pc:sldMkLst>
          <pc:docMk/>
          <pc:sldMk cId="0" sldId="268"/>
        </pc:sldMkLst>
        <pc:spChg chg="mod">
          <ac:chgData name="Phong Nguyen" userId="8c4fd242-a9b1-4744-aec7-800b28e7788a" providerId="ADAL" clId="{093EFADF-ECCE-4787-A5F3-EB2DB4613DC7}" dt="2026-10-04T14:38:59.440" v="919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42.185" v="3062"/>
          <ac:spMkLst>
            <pc:docMk/>
            <pc:sldMk cId="0" sldId="268"/>
            <ac:spMk id="5" creationId="{E66F14B7-0B7F-1E9B-4F66-E1881109060D}"/>
          </ac:spMkLst>
        </pc:spChg>
        <pc:spChg chg="add mod">
          <ac:chgData name="Phong Nguyen" userId="8c4fd242-a9b1-4744-aec7-800b28e7788a" providerId="ADAL" clId="{093EFADF-ECCE-4787-A5F3-EB2DB4613DC7}" dt="2026-10-05T14:47:42.210" v="3067"/>
          <ac:spMkLst>
            <pc:docMk/>
            <pc:sldMk cId="0" sldId="268"/>
            <ac:spMk id="6" creationId="{A2384D35-4D13-F62A-C14C-93202F20B0DC}"/>
          </ac:spMkLst>
        </pc:spChg>
        <pc:spChg chg="add mod">
          <ac:chgData name="Phong Nguyen" userId="8c4fd242-a9b1-4744-aec7-800b28e7788a" providerId="ADAL" clId="{093EFADF-ECCE-4787-A5F3-EB2DB4613DC7}" dt="2026-10-05T14:47:42.235" v="3072"/>
          <ac:spMkLst>
            <pc:docMk/>
            <pc:sldMk cId="0" sldId="268"/>
            <ac:spMk id="7" creationId="{FF5E4BC3-C059-66EC-FB0B-925F424F6138}"/>
          </ac:spMkLst>
        </pc:spChg>
        <pc:spChg chg="add mod">
          <ac:chgData name="Phong Nguyen" userId="8c4fd242-a9b1-4744-aec7-800b28e7788a" providerId="ADAL" clId="{093EFADF-ECCE-4787-A5F3-EB2DB4613DC7}" dt="2026-10-05T14:47:42.264" v="3077"/>
          <ac:spMkLst>
            <pc:docMk/>
            <pc:sldMk cId="0" sldId="268"/>
            <ac:spMk id="8" creationId="{54676D73-AF9C-9566-24EF-ECBB4E2214E2}"/>
          </ac:spMkLst>
        </pc:spChg>
        <pc:spChg chg="add mod">
          <ac:chgData name="Phong Nguyen" userId="8c4fd242-a9b1-4744-aec7-800b28e7788a" providerId="ADAL" clId="{093EFADF-ECCE-4787-A5F3-EB2DB4613DC7}" dt="2026-10-05T14:47:42.286" v="3082"/>
          <ac:spMkLst>
            <pc:docMk/>
            <pc:sldMk cId="0" sldId="268"/>
            <ac:spMk id="9" creationId="{BD01CFA7-D403-0EFC-253F-4BA361352AC0}"/>
          </ac:spMkLst>
        </pc:spChg>
        <pc:spChg chg="add mod">
          <ac:chgData name="Phong Nguyen" userId="8c4fd242-a9b1-4744-aec7-800b28e7788a" providerId="ADAL" clId="{093EFADF-ECCE-4787-A5F3-EB2DB4613DC7}" dt="2026-10-05T14:47:42.330" v="3087"/>
          <ac:spMkLst>
            <pc:docMk/>
            <pc:sldMk cId="0" sldId="268"/>
            <ac:spMk id="10" creationId="{C70661B5-FD54-433D-CA66-C7F16EA8DB62}"/>
          </ac:spMkLst>
        </pc:spChg>
        <pc:spChg chg="add mod">
          <ac:chgData name="Phong Nguyen" userId="8c4fd242-a9b1-4744-aec7-800b28e7788a" providerId="ADAL" clId="{093EFADF-ECCE-4787-A5F3-EB2DB4613DC7}" dt="2026-10-05T14:47:42.432" v="3089"/>
          <ac:spMkLst>
            <pc:docMk/>
            <pc:sldMk cId="0" sldId="268"/>
            <ac:spMk id="11" creationId="{980F2477-653A-53B4-5CA3-1942E27B36A9}"/>
          </ac:spMkLst>
        </pc:spChg>
      </pc:sldChg>
      <pc:sldChg chg="addSp delSp modSp">
        <pc:chgData name="Phong Nguyen" userId="8c4fd242-a9b1-4744-aec7-800b28e7788a" providerId="ADAL" clId="{093EFADF-ECCE-4787-A5F3-EB2DB4613DC7}" dt="2026-10-05T14:47:42.697" v="3121"/>
        <pc:sldMkLst>
          <pc:docMk/>
          <pc:sldMk cId="0" sldId="269"/>
        </pc:sldMkLst>
        <pc:spChg chg="mod">
          <ac:chgData name="Phong Nguyen" userId="8c4fd242-a9b1-4744-aec7-800b28e7788a" providerId="ADAL" clId="{093EFADF-ECCE-4787-A5F3-EB2DB4613DC7}" dt="2026-10-04T15:23:21.744" v="920"/>
          <ac:spMkLst>
            <pc:docMk/>
            <pc:sldMk cId="0" sldId="269"/>
            <ac:spMk id="2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4T15:23:21.984" v="921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4T15:23:22.269" v="945"/>
          <ac:spMkLst>
            <pc:docMk/>
            <pc:sldMk cId="0" sldId="269"/>
            <ac:spMk id="4" creationId="{3E6332B7-6B57-FDAA-E3A9-9554C80A17C2}"/>
          </ac:spMkLst>
        </pc:spChg>
        <pc:spChg chg="add mod">
          <ac:chgData name="Phong Nguyen" userId="8c4fd242-a9b1-4744-aec7-800b28e7788a" providerId="ADAL" clId="{093EFADF-ECCE-4787-A5F3-EB2DB4613DC7}" dt="2026-10-04T15:23:22.354" v="969"/>
          <ac:spMkLst>
            <pc:docMk/>
            <pc:sldMk cId="0" sldId="269"/>
            <ac:spMk id="5" creationId="{46D25663-422B-9907-7D1C-B61D600B70F0}"/>
          </ac:spMkLst>
        </pc:spChg>
        <pc:spChg chg="add mod">
          <ac:chgData name="Phong Nguyen" userId="8c4fd242-a9b1-4744-aec7-800b28e7788a" providerId="ADAL" clId="{093EFADF-ECCE-4787-A5F3-EB2DB4613DC7}" dt="2026-10-04T15:23:22.444" v="993"/>
          <ac:spMkLst>
            <pc:docMk/>
            <pc:sldMk cId="0" sldId="269"/>
            <ac:spMk id="6" creationId="{AE70B067-EA22-515E-B1A9-4D0F1FB852B4}"/>
          </ac:spMkLst>
        </pc:spChg>
        <pc:spChg chg="add mod">
          <ac:chgData name="Phong Nguyen" userId="8c4fd242-a9b1-4744-aec7-800b28e7788a" providerId="ADAL" clId="{093EFADF-ECCE-4787-A5F3-EB2DB4613DC7}" dt="2026-10-04T15:23:22.501" v="1017"/>
          <ac:spMkLst>
            <pc:docMk/>
            <pc:sldMk cId="0" sldId="269"/>
            <ac:spMk id="7" creationId="{68A5F8A2-05AF-4935-285B-DF1A5BCEDB60}"/>
          </ac:spMkLst>
        </pc:spChg>
        <pc:spChg chg="add mod">
          <ac:chgData name="Phong Nguyen" userId="8c4fd242-a9b1-4744-aec7-800b28e7788a" providerId="ADAL" clId="{093EFADF-ECCE-4787-A5F3-EB2DB4613DC7}" dt="2026-10-04T15:23:22.561" v="1041"/>
          <ac:spMkLst>
            <pc:docMk/>
            <pc:sldMk cId="0" sldId="269"/>
            <ac:spMk id="8" creationId="{0299C8F0-A6DA-2E33-0C06-588EED540075}"/>
          </ac:spMkLst>
        </pc:spChg>
        <pc:spChg chg="add mod">
          <ac:chgData name="Phong Nguyen" userId="8c4fd242-a9b1-4744-aec7-800b28e7788a" providerId="ADAL" clId="{093EFADF-ECCE-4787-A5F3-EB2DB4613DC7}" dt="2026-10-04T15:23:22.613" v="1065"/>
          <ac:spMkLst>
            <pc:docMk/>
            <pc:sldMk cId="0" sldId="269"/>
            <ac:spMk id="9" creationId="{60674979-692A-5B77-1D61-DD0F115F00C9}"/>
          </ac:spMkLst>
        </pc:spChg>
        <pc:spChg chg="add mod">
          <ac:chgData name="Phong Nguyen" userId="8c4fd242-a9b1-4744-aec7-800b28e7788a" providerId="ADAL" clId="{093EFADF-ECCE-4787-A5F3-EB2DB4613DC7}" dt="2026-10-04T15:23:22.676" v="1089"/>
          <ac:spMkLst>
            <pc:docMk/>
            <pc:sldMk cId="0" sldId="269"/>
            <ac:spMk id="10" creationId="{4ED16026-6818-9F3E-DC50-AEAEC7774186}"/>
          </ac:spMkLst>
        </pc:spChg>
        <pc:spChg chg="add mod">
          <ac:chgData name="Phong Nguyen" userId="8c4fd242-a9b1-4744-aec7-800b28e7788a" providerId="ADAL" clId="{093EFADF-ECCE-4787-A5F3-EB2DB4613DC7}" dt="2026-10-04T15:23:22.733" v="1113"/>
          <ac:spMkLst>
            <pc:docMk/>
            <pc:sldMk cId="0" sldId="269"/>
            <ac:spMk id="11" creationId="{882547C1-EC7C-3D6B-D31D-A1846A897481}"/>
          </ac:spMkLst>
        </pc:spChg>
        <pc:spChg chg="add mod">
          <ac:chgData name="Phong Nguyen" userId="8c4fd242-a9b1-4744-aec7-800b28e7788a" providerId="ADAL" clId="{093EFADF-ECCE-4787-A5F3-EB2DB4613DC7}" dt="2026-10-04T15:23:22.779" v="1137"/>
          <ac:spMkLst>
            <pc:docMk/>
            <pc:sldMk cId="0" sldId="269"/>
            <ac:spMk id="12" creationId="{BB6ECA90-F75B-9ED1-D51B-A1877E332065}"/>
          </ac:spMkLst>
        </pc:spChg>
        <pc:spChg chg="add mod">
          <ac:chgData name="Phong Nguyen" userId="8c4fd242-a9b1-4744-aec7-800b28e7788a" providerId="ADAL" clId="{093EFADF-ECCE-4787-A5F3-EB2DB4613DC7}" dt="2026-10-04T15:23:22.846" v="1161"/>
          <ac:spMkLst>
            <pc:docMk/>
            <pc:sldMk cId="0" sldId="269"/>
            <ac:spMk id="13" creationId="{30ECD703-BD2B-3B98-4860-D4D636DE725C}"/>
          </ac:spMkLst>
        </pc:spChg>
        <pc:spChg chg="add mod">
          <ac:chgData name="Phong Nguyen" userId="8c4fd242-a9b1-4744-aec7-800b28e7788a" providerId="ADAL" clId="{093EFADF-ECCE-4787-A5F3-EB2DB4613DC7}" dt="2026-10-04T15:23:22.903" v="1185"/>
          <ac:spMkLst>
            <pc:docMk/>
            <pc:sldMk cId="0" sldId="269"/>
            <ac:spMk id="14" creationId="{FD46D9A2-288F-F546-8DB7-606C7BF34CD9}"/>
          </ac:spMkLst>
        </pc:spChg>
        <pc:spChg chg="add mod">
          <ac:chgData name="Phong Nguyen" userId="8c4fd242-a9b1-4744-aec7-800b28e7788a" providerId="ADAL" clId="{093EFADF-ECCE-4787-A5F3-EB2DB4613DC7}" dt="2026-10-04T15:23:22.989" v="1209"/>
          <ac:spMkLst>
            <pc:docMk/>
            <pc:sldMk cId="0" sldId="269"/>
            <ac:spMk id="15" creationId="{C10DC7E8-5BE4-A3C8-DC1E-D9CF4C4F4172}"/>
          </ac:spMkLst>
        </pc:spChg>
        <pc:spChg chg="add mod">
          <ac:chgData name="Phong Nguyen" userId="8c4fd242-a9b1-4744-aec7-800b28e7788a" providerId="ADAL" clId="{093EFADF-ECCE-4787-A5F3-EB2DB4613DC7}" dt="2026-10-04T15:23:23.055" v="1233"/>
          <ac:spMkLst>
            <pc:docMk/>
            <pc:sldMk cId="0" sldId="269"/>
            <ac:spMk id="16" creationId="{B6F796D6-6CB0-66F5-078C-4131F37D50E6}"/>
          </ac:spMkLst>
        </pc:spChg>
        <pc:spChg chg="add mod">
          <ac:chgData name="Phong Nguyen" userId="8c4fd242-a9b1-4744-aec7-800b28e7788a" providerId="ADAL" clId="{093EFADF-ECCE-4787-A5F3-EB2DB4613DC7}" dt="2026-10-04T15:23:23.122" v="1257"/>
          <ac:spMkLst>
            <pc:docMk/>
            <pc:sldMk cId="0" sldId="269"/>
            <ac:spMk id="17" creationId="{29C25848-B64B-CA65-EC8C-C36E27662F2F}"/>
          </ac:spMkLst>
        </pc:spChg>
        <pc:spChg chg="add mod">
          <ac:chgData name="Phong Nguyen" userId="8c4fd242-a9b1-4744-aec7-800b28e7788a" providerId="ADAL" clId="{093EFADF-ECCE-4787-A5F3-EB2DB4613DC7}" dt="2026-10-04T15:23:23.189" v="1281"/>
          <ac:spMkLst>
            <pc:docMk/>
            <pc:sldMk cId="0" sldId="269"/>
            <ac:spMk id="18" creationId="{EC5288C5-5A15-B117-0AF3-1D75907D5346}"/>
          </ac:spMkLst>
        </pc:spChg>
        <pc:spChg chg="add mod">
          <ac:chgData name="Phong Nguyen" userId="8c4fd242-a9b1-4744-aec7-800b28e7788a" providerId="ADAL" clId="{093EFADF-ECCE-4787-A5F3-EB2DB4613DC7}" dt="2026-10-04T15:23:23.252" v="1305"/>
          <ac:spMkLst>
            <pc:docMk/>
            <pc:sldMk cId="0" sldId="269"/>
            <ac:spMk id="19" creationId="{BC0AD99C-B966-67C7-5A62-E1F1CDBC0E98}"/>
          </ac:spMkLst>
        </pc:spChg>
        <pc:spChg chg="add mod">
          <ac:chgData name="Phong Nguyen" userId="8c4fd242-a9b1-4744-aec7-800b28e7788a" providerId="ADAL" clId="{093EFADF-ECCE-4787-A5F3-EB2DB4613DC7}" dt="2026-10-04T15:23:23.372" v="1329"/>
          <ac:spMkLst>
            <pc:docMk/>
            <pc:sldMk cId="0" sldId="269"/>
            <ac:spMk id="20" creationId="{B50BCC1A-8595-118C-2F34-F1EE0DDC4219}"/>
          </ac:spMkLst>
        </pc:spChg>
        <pc:spChg chg="add mod">
          <ac:chgData name="Phong Nguyen" userId="8c4fd242-a9b1-4744-aec7-800b28e7788a" providerId="ADAL" clId="{093EFADF-ECCE-4787-A5F3-EB2DB4613DC7}" dt="2026-10-04T15:23:23.414" v="1353"/>
          <ac:spMkLst>
            <pc:docMk/>
            <pc:sldMk cId="0" sldId="269"/>
            <ac:spMk id="21" creationId="{5867EA14-13F6-E8A0-675B-A0CF27395D29}"/>
          </ac:spMkLst>
        </pc:spChg>
        <pc:spChg chg="add mod">
          <ac:chgData name="Phong Nguyen" userId="8c4fd242-a9b1-4744-aec7-800b28e7788a" providerId="ADAL" clId="{093EFADF-ECCE-4787-A5F3-EB2DB4613DC7}" dt="2026-10-04T15:23:23.473" v="1377"/>
          <ac:spMkLst>
            <pc:docMk/>
            <pc:sldMk cId="0" sldId="269"/>
            <ac:spMk id="22" creationId="{8C574568-9F26-0EB5-AB31-51D066E5A02F}"/>
          </ac:spMkLst>
        </pc:spChg>
        <pc:spChg chg="add mod">
          <ac:chgData name="Phong Nguyen" userId="8c4fd242-a9b1-4744-aec7-800b28e7788a" providerId="ADAL" clId="{093EFADF-ECCE-4787-A5F3-EB2DB4613DC7}" dt="2026-10-04T15:23:23.646" v="1389"/>
          <ac:spMkLst>
            <pc:docMk/>
            <pc:sldMk cId="0" sldId="269"/>
            <ac:spMk id="24" creationId="{56EE84E4-C4B7-22F4-D1FB-092AA4F5F445}"/>
          </ac:spMkLst>
        </pc:spChg>
        <pc:spChg chg="add mod">
          <ac:chgData name="Phong Nguyen" userId="8c4fd242-a9b1-4744-aec7-800b28e7788a" providerId="ADAL" clId="{093EFADF-ECCE-4787-A5F3-EB2DB4613DC7}" dt="2026-10-04T15:23:23.692" v="1392"/>
          <ac:spMkLst>
            <pc:docMk/>
            <pc:sldMk cId="0" sldId="269"/>
            <ac:spMk id="25" creationId="{1A976132-740A-8FAB-9CB1-0C7BFD93AE85}"/>
          </ac:spMkLst>
        </pc:spChg>
        <pc:spChg chg="add mod">
          <ac:chgData name="Phong Nguyen" userId="8c4fd242-a9b1-4744-aec7-800b28e7788a" providerId="ADAL" clId="{093EFADF-ECCE-4787-A5F3-EB2DB4613DC7}" dt="2026-10-04T15:23:23.741" v="1395"/>
          <ac:spMkLst>
            <pc:docMk/>
            <pc:sldMk cId="0" sldId="269"/>
            <ac:spMk id="26" creationId="{93A2531A-13F8-13CE-E080-484AA436A0C0}"/>
          </ac:spMkLst>
        </pc:spChg>
        <pc:spChg chg="add mod">
          <ac:chgData name="Phong Nguyen" userId="8c4fd242-a9b1-4744-aec7-800b28e7788a" providerId="ADAL" clId="{093EFADF-ECCE-4787-A5F3-EB2DB4613DC7}" dt="2026-10-04T15:23:23.788" v="1398"/>
          <ac:spMkLst>
            <pc:docMk/>
            <pc:sldMk cId="0" sldId="269"/>
            <ac:spMk id="27" creationId="{9D504CF5-C1A0-2EDF-1F33-D4978931A59A}"/>
          </ac:spMkLst>
        </pc:spChg>
        <pc:spChg chg="add mod">
          <ac:chgData name="Phong Nguyen" userId="8c4fd242-a9b1-4744-aec7-800b28e7788a" providerId="ADAL" clId="{093EFADF-ECCE-4787-A5F3-EB2DB4613DC7}" dt="2026-10-04T15:23:23.849" v="1401"/>
          <ac:spMkLst>
            <pc:docMk/>
            <pc:sldMk cId="0" sldId="269"/>
            <ac:spMk id="28" creationId="{87D06C4E-5D32-E233-ED3C-D88E0E935510}"/>
          </ac:spMkLst>
        </pc:spChg>
        <pc:spChg chg="add mod">
          <ac:chgData name="Phong Nguyen" userId="8c4fd242-a9b1-4744-aec7-800b28e7788a" providerId="ADAL" clId="{093EFADF-ECCE-4787-A5F3-EB2DB4613DC7}" dt="2026-10-04T15:23:23.900" v="1404"/>
          <ac:spMkLst>
            <pc:docMk/>
            <pc:sldMk cId="0" sldId="269"/>
            <ac:spMk id="29" creationId="{5CD3F06E-1C3A-4002-C4F9-718041857043}"/>
          </ac:spMkLst>
        </pc:spChg>
        <pc:spChg chg="add mod">
          <ac:chgData name="Phong Nguyen" userId="8c4fd242-a9b1-4744-aec7-800b28e7788a" providerId="ADAL" clId="{093EFADF-ECCE-4787-A5F3-EB2DB4613DC7}" dt="2026-10-04T15:23:23.948" v="1407"/>
          <ac:spMkLst>
            <pc:docMk/>
            <pc:sldMk cId="0" sldId="269"/>
            <ac:spMk id="30" creationId="{51CE0CEC-6E7E-7EBB-2653-BC9E1250F09B}"/>
          </ac:spMkLst>
        </pc:spChg>
        <pc:spChg chg="add mod">
          <ac:chgData name="Phong Nguyen" userId="8c4fd242-a9b1-4744-aec7-800b28e7788a" providerId="ADAL" clId="{093EFADF-ECCE-4787-A5F3-EB2DB4613DC7}" dt="2026-10-05T14:47:42.463" v="3094"/>
          <ac:spMkLst>
            <pc:docMk/>
            <pc:sldMk cId="0" sldId="269"/>
            <ac:spMk id="31" creationId="{7E38108A-D374-1C8A-490E-385578004B72}"/>
          </ac:spMkLst>
        </pc:spChg>
        <pc:spChg chg="add mod">
          <ac:chgData name="Phong Nguyen" userId="8c4fd242-a9b1-4744-aec7-800b28e7788a" providerId="ADAL" clId="{093EFADF-ECCE-4787-A5F3-EB2DB4613DC7}" dt="2026-10-05T14:47:42.492" v="3099"/>
          <ac:spMkLst>
            <pc:docMk/>
            <pc:sldMk cId="0" sldId="269"/>
            <ac:spMk id="32" creationId="{AD2DA72C-3756-1D32-1D53-E7F4E4A1D322}"/>
          </ac:spMkLst>
        </pc:spChg>
        <pc:spChg chg="add mod">
          <ac:chgData name="Phong Nguyen" userId="8c4fd242-a9b1-4744-aec7-800b28e7788a" providerId="ADAL" clId="{093EFADF-ECCE-4787-A5F3-EB2DB4613DC7}" dt="2026-10-05T14:47:42.521" v="3104"/>
          <ac:spMkLst>
            <pc:docMk/>
            <pc:sldMk cId="0" sldId="269"/>
            <ac:spMk id="33" creationId="{ECE94968-0B5D-DEDB-97FB-85A96E25BACC}"/>
          </ac:spMkLst>
        </pc:spChg>
        <pc:spChg chg="add mod">
          <ac:chgData name="Phong Nguyen" userId="8c4fd242-a9b1-4744-aec7-800b28e7788a" providerId="ADAL" clId="{093EFADF-ECCE-4787-A5F3-EB2DB4613DC7}" dt="2026-10-05T14:47:42.547" v="3109"/>
          <ac:spMkLst>
            <pc:docMk/>
            <pc:sldMk cId="0" sldId="269"/>
            <ac:spMk id="34" creationId="{BAF032C4-9655-9221-640C-3B19BB48C961}"/>
          </ac:spMkLst>
        </pc:spChg>
        <pc:spChg chg="add mod">
          <ac:chgData name="Phong Nguyen" userId="8c4fd242-a9b1-4744-aec7-800b28e7788a" providerId="ADAL" clId="{093EFADF-ECCE-4787-A5F3-EB2DB4613DC7}" dt="2026-10-05T14:47:42.571" v="3114"/>
          <ac:spMkLst>
            <pc:docMk/>
            <pc:sldMk cId="0" sldId="269"/>
            <ac:spMk id="35" creationId="{40A33A52-98D5-2990-12FE-11762A55AD52}"/>
          </ac:spMkLst>
        </pc:spChg>
        <pc:spChg chg="add mod">
          <ac:chgData name="Phong Nguyen" userId="8c4fd242-a9b1-4744-aec7-800b28e7788a" providerId="ADAL" clId="{093EFADF-ECCE-4787-A5F3-EB2DB4613DC7}" dt="2026-10-05T14:47:42.593" v="3119"/>
          <ac:spMkLst>
            <pc:docMk/>
            <pc:sldMk cId="0" sldId="269"/>
            <ac:spMk id="36" creationId="{E50C383F-B4A4-F960-1FD6-0EE2DDD4352D}"/>
          </ac:spMkLst>
        </pc:spChg>
        <pc:spChg chg="add mod">
          <ac:chgData name="Phong Nguyen" userId="8c4fd242-a9b1-4744-aec7-800b28e7788a" providerId="ADAL" clId="{093EFADF-ECCE-4787-A5F3-EB2DB4613DC7}" dt="2026-10-05T14:47:42.697" v="3121"/>
          <ac:spMkLst>
            <pc:docMk/>
            <pc:sldMk cId="0" sldId="269"/>
            <ac:spMk id="37" creationId="{8A89637B-89FD-3F73-2D29-E6F4AEF7E8C8}"/>
          </ac:spMkLst>
        </pc:spChg>
        <pc:cxnChg chg="add mod">
          <ac:chgData name="Phong Nguyen" userId="8c4fd242-a9b1-4744-aec7-800b28e7788a" providerId="ADAL" clId="{093EFADF-ECCE-4787-A5F3-EB2DB4613DC7}" dt="2026-10-04T15:23:23.559" v="1386"/>
          <ac:cxnSpMkLst>
            <pc:docMk/>
            <pc:sldMk cId="0" sldId="269"/>
            <ac:cxnSpMk id="23" creationId="{77695779-D790-7334-25FA-D8950D197DC2}"/>
          </ac:cxnSpMkLst>
        </pc:cxnChg>
      </pc:sldChg>
      <pc:sldChg chg="addSp modSp">
        <pc:chgData name="Phong Nguyen" userId="8c4fd242-a9b1-4744-aec7-800b28e7788a" providerId="ADAL" clId="{093EFADF-ECCE-4787-A5F3-EB2DB4613DC7}" dt="2026-10-05T14:47:43.233" v="3185"/>
        <pc:sldMkLst>
          <pc:docMk/>
          <pc:sldMk cId="0" sldId="270"/>
        </pc:sldMkLst>
        <pc:spChg chg="mod">
          <ac:chgData name="Phong Nguyen" userId="8c4fd242-a9b1-4744-aec7-800b28e7788a" providerId="ADAL" clId="{093EFADF-ECCE-4787-A5F3-EB2DB4613DC7}" dt="2026-10-05T14:21:32.345" v="2159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43.023" v="3158"/>
          <ac:spMkLst>
            <pc:docMk/>
            <pc:sldMk cId="0" sldId="270"/>
            <ac:spMk id="5" creationId="{EB3BF6C3-8BE4-8ABC-AFEE-813444EABC3E}"/>
          </ac:spMkLst>
        </pc:spChg>
        <pc:spChg chg="add mod">
          <ac:chgData name="Phong Nguyen" userId="8c4fd242-a9b1-4744-aec7-800b28e7788a" providerId="ADAL" clId="{093EFADF-ECCE-4787-A5F3-EB2DB4613DC7}" dt="2026-10-05T14:47:43.050" v="3163"/>
          <ac:spMkLst>
            <pc:docMk/>
            <pc:sldMk cId="0" sldId="270"/>
            <ac:spMk id="6" creationId="{628FCA29-14E1-2495-EC89-F245F1DC83A9}"/>
          </ac:spMkLst>
        </pc:spChg>
        <pc:spChg chg="add mod">
          <ac:chgData name="Phong Nguyen" userId="8c4fd242-a9b1-4744-aec7-800b28e7788a" providerId="ADAL" clId="{093EFADF-ECCE-4787-A5F3-EB2DB4613DC7}" dt="2026-10-05T14:47:43.073" v="3168"/>
          <ac:spMkLst>
            <pc:docMk/>
            <pc:sldMk cId="0" sldId="270"/>
            <ac:spMk id="7" creationId="{D3F8F8C3-0AFB-321F-2510-1A5FF30145D9}"/>
          </ac:spMkLst>
        </pc:spChg>
        <pc:spChg chg="add mod">
          <ac:chgData name="Phong Nguyen" userId="8c4fd242-a9b1-4744-aec7-800b28e7788a" providerId="ADAL" clId="{093EFADF-ECCE-4787-A5F3-EB2DB4613DC7}" dt="2026-10-05T14:47:43.095" v="3173"/>
          <ac:spMkLst>
            <pc:docMk/>
            <pc:sldMk cId="0" sldId="270"/>
            <ac:spMk id="8" creationId="{F21096A8-3CF5-CCB1-3B50-9F7CB312ED66}"/>
          </ac:spMkLst>
        </pc:spChg>
        <pc:spChg chg="add mod">
          <ac:chgData name="Phong Nguyen" userId="8c4fd242-a9b1-4744-aec7-800b28e7788a" providerId="ADAL" clId="{093EFADF-ECCE-4787-A5F3-EB2DB4613DC7}" dt="2026-10-05T14:47:43.115" v="3178"/>
          <ac:spMkLst>
            <pc:docMk/>
            <pc:sldMk cId="0" sldId="270"/>
            <ac:spMk id="9" creationId="{2335ED17-A419-D252-1596-6140831BDD00}"/>
          </ac:spMkLst>
        </pc:spChg>
        <pc:spChg chg="add mod">
          <ac:chgData name="Phong Nguyen" userId="8c4fd242-a9b1-4744-aec7-800b28e7788a" providerId="ADAL" clId="{093EFADF-ECCE-4787-A5F3-EB2DB4613DC7}" dt="2026-10-05T14:47:43.134" v="3183"/>
          <ac:spMkLst>
            <pc:docMk/>
            <pc:sldMk cId="0" sldId="270"/>
            <ac:spMk id="10" creationId="{EADA978F-ED26-F853-A8FE-3B441C989E03}"/>
          </ac:spMkLst>
        </pc:spChg>
        <pc:spChg chg="add mod">
          <ac:chgData name="Phong Nguyen" userId="8c4fd242-a9b1-4744-aec7-800b28e7788a" providerId="ADAL" clId="{093EFADF-ECCE-4787-A5F3-EB2DB4613DC7}" dt="2026-10-05T14:47:43.233" v="3185"/>
          <ac:spMkLst>
            <pc:docMk/>
            <pc:sldMk cId="0" sldId="270"/>
            <ac:spMk id="11" creationId="{CA955460-0A72-1511-4EDD-705D7FEDB540}"/>
          </ac:spMkLst>
        </pc:spChg>
      </pc:sldChg>
      <pc:sldChg chg="addSp delSp modSp">
        <pc:chgData name="Phong Nguyen" userId="8c4fd242-a9b1-4744-aec7-800b28e7788a" providerId="ADAL" clId="{093EFADF-ECCE-4787-A5F3-EB2DB4613DC7}" dt="2026-10-05T14:47:43.419" v="3217"/>
        <pc:sldMkLst>
          <pc:docMk/>
          <pc:sldMk cId="0" sldId="271"/>
        </pc:sldMkLst>
        <pc:spChg chg="mod">
          <ac:chgData name="Phong Nguyen" userId="8c4fd242-a9b1-4744-aec7-800b28e7788a" providerId="ADAL" clId="{093EFADF-ECCE-4787-A5F3-EB2DB4613DC7}" dt="2026-10-05T14:30:11.732" v="2160"/>
          <ac:spMkLst>
            <pc:docMk/>
            <pc:sldMk cId="0" sldId="271"/>
            <ac:spMk id="2" creationId="{00000000-0000-0000-0000-000000000000}"/>
          </ac:spMkLst>
        </pc:spChg>
        <pc:spChg chg="del">
          <ac:chgData name="Phong Nguyen" userId="8c4fd242-a9b1-4744-aec7-800b28e7788a" providerId="ADAL" clId="{093EFADF-ECCE-4787-A5F3-EB2DB4613DC7}" dt="2026-10-05T14:30:12.194" v="216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30:12.610" v="2185"/>
          <ac:spMkLst>
            <pc:docMk/>
            <pc:sldMk cId="0" sldId="271"/>
            <ac:spMk id="4" creationId="{2E60D4A0-71EC-E61A-2F78-BDE180219E2D}"/>
          </ac:spMkLst>
        </pc:spChg>
        <pc:spChg chg="add mod">
          <ac:chgData name="Phong Nguyen" userId="8c4fd242-a9b1-4744-aec7-800b28e7788a" providerId="ADAL" clId="{093EFADF-ECCE-4787-A5F3-EB2DB4613DC7}" dt="2026-10-05T14:30:12.735" v="2210"/>
          <ac:spMkLst>
            <pc:docMk/>
            <pc:sldMk cId="0" sldId="271"/>
            <ac:spMk id="5" creationId="{78B2243F-8D71-D8FF-B0F9-03CBEBE6C349}"/>
          </ac:spMkLst>
        </pc:spChg>
        <pc:spChg chg="add mod">
          <ac:chgData name="Phong Nguyen" userId="8c4fd242-a9b1-4744-aec7-800b28e7788a" providerId="ADAL" clId="{093EFADF-ECCE-4787-A5F3-EB2DB4613DC7}" dt="2026-10-05T14:30:12.805" v="2234"/>
          <ac:spMkLst>
            <pc:docMk/>
            <pc:sldMk cId="0" sldId="271"/>
            <ac:spMk id="6" creationId="{99EB93E1-D5BD-D5C7-9EB2-9B8F00F9A97D}"/>
          </ac:spMkLst>
        </pc:spChg>
        <pc:spChg chg="add mod">
          <ac:chgData name="Phong Nguyen" userId="8c4fd242-a9b1-4744-aec7-800b28e7788a" providerId="ADAL" clId="{093EFADF-ECCE-4787-A5F3-EB2DB4613DC7}" dt="2026-10-05T14:30:12.878" v="2259"/>
          <ac:spMkLst>
            <pc:docMk/>
            <pc:sldMk cId="0" sldId="271"/>
            <ac:spMk id="7" creationId="{193F63F9-1B06-D3E8-CAD2-745505A2C290}"/>
          </ac:spMkLst>
        </pc:spChg>
        <pc:spChg chg="add mod">
          <ac:chgData name="Phong Nguyen" userId="8c4fd242-a9b1-4744-aec7-800b28e7788a" providerId="ADAL" clId="{093EFADF-ECCE-4787-A5F3-EB2DB4613DC7}" dt="2026-10-05T14:30:12.979" v="2283"/>
          <ac:spMkLst>
            <pc:docMk/>
            <pc:sldMk cId="0" sldId="271"/>
            <ac:spMk id="8" creationId="{5AA949D1-507B-009A-623E-5FB8BFD8F288}"/>
          </ac:spMkLst>
        </pc:spChg>
        <pc:spChg chg="add mod">
          <ac:chgData name="Phong Nguyen" userId="8c4fd242-a9b1-4744-aec7-800b28e7788a" providerId="ADAL" clId="{093EFADF-ECCE-4787-A5F3-EB2DB4613DC7}" dt="2026-10-05T14:30:13.051" v="2307"/>
          <ac:spMkLst>
            <pc:docMk/>
            <pc:sldMk cId="0" sldId="271"/>
            <ac:spMk id="9" creationId="{D4A249AD-7EDE-612B-C986-838880842025}"/>
          </ac:spMkLst>
        </pc:spChg>
        <pc:spChg chg="add mod">
          <ac:chgData name="Phong Nguyen" userId="8c4fd242-a9b1-4744-aec7-800b28e7788a" providerId="ADAL" clId="{093EFADF-ECCE-4787-A5F3-EB2DB4613DC7}" dt="2026-10-05T14:30:13.122" v="2332"/>
          <ac:spMkLst>
            <pc:docMk/>
            <pc:sldMk cId="0" sldId="271"/>
            <ac:spMk id="10" creationId="{59AF568E-90D0-A300-81A0-CEF43460EE13}"/>
          </ac:spMkLst>
        </pc:spChg>
        <pc:spChg chg="add mod">
          <ac:chgData name="Phong Nguyen" userId="8c4fd242-a9b1-4744-aec7-800b28e7788a" providerId="ADAL" clId="{093EFADF-ECCE-4787-A5F3-EB2DB4613DC7}" dt="2026-10-05T14:30:13.243" v="2335"/>
          <ac:spMkLst>
            <pc:docMk/>
            <pc:sldMk cId="0" sldId="271"/>
            <ac:spMk id="11" creationId="{85925126-93E9-2B35-9A42-AF5A6B3C7365}"/>
          </ac:spMkLst>
        </pc:spChg>
        <pc:spChg chg="add mod">
          <ac:chgData name="Phong Nguyen" userId="8c4fd242-a9b1-4744-aec7-800b28e7788a" providerId="ADAL" clId="{093EFADF-ECCE-4787-A5F3-EB2DB4613DC7}" dt="2026-10-05T14:30:13.304" v="2338"/>
          <ac:spMkLst>
            <pc:docMk/>
            <pc:sldMk cId="0" sldId="271"/>
            <ac:spMk id="12" creationId="{CB0FD27A-898C-D307-CE78-4D9FC18444DF}"/>
          </ac:spMkLst>
        </pc:spChg>
        <pc:spChg chg="add mod">
          <ac:chgData name="Phong Nguyen" userId="8c4fd242-a9b1-4744-aec7-800b28e7788a" providerId="ADAL" clId="{093EFADF-ECCE-4787-A5F3-EB2DB4613DC7}" dt="2026-10-05T14:30:13.364" v="2341"/>
          <ac:spMkLst>
            <pc:docMk/>
            <pc:sldMk cId="0" sldId="271"/>
            <ac:spMk id="13" creationId="{0F47CDB9-8B6B-178A-4143-6503345CA63F}"/>
          </ac:spMkLst>
        </pc:spChg>
        <pc:spChg chg="add mod">
          <ac:chgData name="Phong Nguyen" userId="8c4fd242-a9b1-4744-aec7-800b28e7788a" providerId="ADAL" clId="{093EFADF-ECCE-4787-A5F3-EB2DB4613DC7}" dt="2026-10-05T14:30:13.423" v="2344"/>
          <ac:spMkLst>
            <pc:docMk/>
            <pc:sldMk cId="0" sldId="271"/>
            <ac:spMk id="14" creationId="{9D9DBE57-094C-10BD-8F0C-E30B11E9C71D}"/>
          </ac:spMkLst>
        </pc:spChg>
        <pc:spChg chg="add mod">
          <ac:chgData name="Phong Nguyen" userId="8c4fd242-a9b1-4744-aec7-800b28e7788a" providerId="ADAL" clId="{093EFADF-ECCE-4787-A5F3-EB2DB4613DC7}" dt="2026-10-05T14:30:13.560" v="2348"/>
          <ac:spMkLst>
            <pc:docMk/>
            <pc:sldMk cId="0" sldId="271"/>
            <ac:spMk id="15" creationId="{82B01AA8-8B5E-E369-8C7E-0579125A4A62}"/>
          </ac:spMkLst>
        </pc:spChg>
        <pc:spChg chg="add mod">
          <ac:chgData name="Phong Nguyen" userId="8c4fd242-a9b1-4744-aec7-800b28e7788a" providerId="ADAL" clId="{093EFADF-ECCE-4787-A5F3-EB2DB4613DC7}" dt="2026-10-05T14:30:13.624" v="2351"/>
          <ac:spMkLst>
            <pc:docMk/>
            <pc:sldMk cId="0" sldId="271"/>
            <ac:spMk id="16" creationId="{A19AEAA5-FD65-E127-DA70-B80C5CECEB12}"/>
          </ac:spMkLst>
        </pc:spChg>
        <pc:spChg chg="add mod">
          <ac:chgData name="Phong Nguyen" userId="8c4fd242-a9b1-4744-aec7-800b28e7788a" providerId="ADAL" clId="{093EFADF-ECCE-4787-A5F3-EB2DB4613DC7}" dt="2026-10-05T14:30:13.683" v="2354"/>
          <ac:spMkLst>
            <pc:docMk/>
            <pc:sldMk cId="0" sldId="271"/>
            <ac:spMk id="17" creationId="{80225721-2430-5CA3-63DE-5ABAA3AFDC0D}"/>
          </ac:spMkLst>
        </pc:spChg>
        <pc:spChg chg="add mod">
          <ac:chgData name="Phong Nguyen" userId="8c4fd242-a9b1-4744-aec7-800b28e7788a" providerId="ADAL" clId="{093EFADF-ECCE-4787-A5F3-EB2DB4613DC7}" dt="2026-10-05T14:30:13.733" v="2357"/>
          <ac:spMkLst>
            <pc:docMk/>
            <pc:sldMk cId="0" sldId="271"/>
            <ac:spMk id="18" creationId="{57F868D9-B2DF-8223-DEA6-707DB054C7B2}"/>
          </ac:spMkLst>
        </pc:spChg>
        <pc:spChg chg="add mod">
          <ac:chgData name="Phong Nguyen" userId="8c4fd242-a9b1-4744-aec7-800b28e7788a" providerId="ADAL" clId="{093EFADF-ECCE-4787-A5F3-EB2DB4613DC7}" dt="2026-10-05T14:30:13.820" v="2360"/>
          <ac:spMkLst>
            <pc:docMk/>
            <pc:sldMk cId="0" sldId="271"/>
            <ac:spMk id="19" creationId="{8232BC83-3269-DE79-DF0B-6C44BF71AA2D}"/>
          </ac:spMkLst>
        </pc:spChg>
        <pc:spChg chg="add mod">
          <ac:chgData name="Phong Nguyen" userId="8c4fd242-a9b1-4744-aec7-800b28e7788a" providerId="ADAL" clId="{093EFADF-ECCE-4787-A5F3-EB2DB4613DC7}" dt="2026-10-05T14:30:13.879" v="2363"/>
          <ac:spMkLst>
            <pc:docMk/>
            <pc:sldMk cId="0" sldId="271"/>
            <ac:spMk id="20" creationId="{6BDC8957-8E7E-5EAC-E59E-FC1FC23B9C98}"/>
          </ac:spMkLst>
        </pc:spChg>
        <pc:spChg chg="add mod">
          <ac:chgData name="Phong Nguyen" userId="8c4fd242-a9b1-4744-aec7-800b28e7788a" providerId="ADAL" clId="{093EFADF-ECCE-4787-A5F3-EB2DB4613DC7}" dt="2026-10-05T14:30:13.941" v="2366"/>
          <ac:spMkLst>
            <pc:docMk/>
            <pc:sldMk cId="0" sldId="271"/>
            <ac:spMk id="21" creationId="{A328D71A-1866-A7FA-77C1-972D2AE07C70}"/>
          </ac:spMkLst>
        </pc:spChg>
        <pc:spChg chg="add mod">
          <ac:chgData name="Phong Nguyen" userId="8c4fd242-a9b1-4744-aec7-800b28e7788a" providerId="ADAL" clId="{093EFADF-ECCE-4787-A5F3-EB2DB4613DC7}" dt="2026-10-05T14:30:14.007" v="2369"/>
          <ac:spMkLst>
            <pc:docMk/>
            <pc:sldMk cId="0" sldId="271"/>
            <ac:spMk id="22" creationId="{BDA6761C-440A-153B-EE9A-4422FC2EC6EE}"/>
          </ac:spMkLst>
        </pc:spChg>
        <pc:spChg chg="add mod">
          <ac:chgData name="Phong Nguyen" userId="8c4fd242-a9b1-4744-aec7-800b28e7788a" providerId="ADAL" clId="{093EFADF-ECCE-4787-A5F3-EB2DB4613DC7}" dt="2026-10-05T14:30:14.103" v="2373"/>
          <ac:spMkLst>
            <pc:docMk/>
            <pc:sldMk cId="0" sldId="271"/>
            <ac:spMk id="23" creationId="{04746817-93A0-09B7-127C-B6E94E237452}"/>
          </ac:spMkLst>
        </pc:spChg>
        <pc:spChg chg="add mod">
          <ac:chgData name="Phong Nguyen" userId="8c4fd242-a9b1-4744-aec7-800b28e7788a" providerId="ADAL" clId="{093EFADF-ECCE-4787-A5F3-EB2DB4613DC7}" dt="2026-10-05T14:47:43.256" v="3190"/>
          <ac:spMkLst>
            <pc:docMk/>
            <pc:sldMk cId="0" sldId="271"/>
            <ac:spMk id="24" creationId="{7B0C2288-990B-B9F3-F1F6-9CCA0090B15D}"/>
          </ac:spMkLst>
        </pc:spChg>
        <pc:spChg chg="add mod">
          <ac:chgData name="Phong Nguyen" userId="8c4fd242-a9b1-4744-aec7-800b28e7788a" providerId="ADAL" clId="{093EFADF-ECCE-4787-A5F3-EB2DB4613DC7}" dt="2026-10-05T14:47:43.278" v="3195"/>
          <ac:spMkLst>
            <pc:docMk/>
            <pc:sldMk cId="0" sldId="271"/>
            <ac:spMk id="25" creationId="{7A1D9045-C531-A927-F836-863B8337DE7C}"/>
          </ac:spMkLst>
        </pc:spChg>
        <pc:spChg chg="add mod">
          <ac:chgData name="Phong Nguyen" userId="8c4fd242-a9b1-4744-aec7-800b28e7788a" providerId="ADAL" clId="{093EFADF-ECCE-4787-A5F3-EB2DB4613DC7}" dt="2026-10-05T14:47:43.295" v="3200"/>
          <ac:spMkLst>
            <pc:docMk/>
            <pc:sldMk cId="0" sldId="271"/>
            <ac:spMk id="26" creationId="{1EE061D6-8A19-DD74-3892-B886F5B0C766}"/>
          </ac:spMkLst>
        </pc:spChg>
        <pc:spChg chg="add mod">
          <ac:chgData name="Phong Nguyen" userId="8c4fd242-a9b1-4744-aec7-800b28e7788a" providerId="ADAL" clId="{093EFADF-ECCE-4787-A5F3-EB2DB4613DC7}" dt="2026-10-05T14:47:43.313" v="3205"/>
          <ac:spMkLst>
            <pc:docMk/>
            <pc:sldMk cId="0" sldId="271"/>
            <ac:spMk id="27" creationId="{B7760D9C-610B-D884-EE32-EABE31384072}"/>
          </ac:spMkLst>
        </pc:spChg>
        <pc:spChg chg="add mod">
          <ac:chgData name="Phong Nguyen" userId="8c4fd242-a9b1-4744-aec7-800b28e7788a" providerId="ADAL" clId="{093EFADF-ECCE-4787-A5F3-EB2DB4613DC7}" dt="2026-10-05T14:47:43.334" v="3210"/>
          <ac:spMkLst>
            <pc:docMk/>
            <pc:sldMk cId="0" sldId="271"/>
            <ac:spMk id="28" creationId="{216D6C6C-DC0C-97A0-0639-27FB4D838953}"/>
          </ac:spMkLst>
        </pc:spChg>
        <pc:spChg chg="add mod">
          <ac:chgData name="Phong Nguyen" userId="8c4fd242-a9b1-4744-aec7-800b28e7788a" providerId="ADAL" clId="{093EFADF-ECCE-4787-A5F3-EB2DB4613DC7}" dt="2026-10-05T14:47:43.353" v="3215"/>
          <ac:spMkLst>
            <pc:docMk/>
            <pc:sldMk cId="0" sldId="271"/>
            <ac:spMk id="29" creationId="{8804DCFA-4157-35C9-F650-29A04B5DE857}"/>
          </ac:spMkLst>
        </pc:spChg>
        <pc:spChg chg="add mod">
          <ac:chgData name="Phong Nguyen" userId="8c4fd242-a9b1-4744-aec7-800b28e7788a" providerId="ADAL" clId="{093EFADF-ECCE-4787-A5F3-EB2DB4613DC7}" dt="2026-10-05T14:47:43.419" v="3217"/>
          <ac:spMkLst>
            <pc:docMk/>
            <pc:sldMk cId="0" sldId="271"/>
            <ac:spMk id="30" creationId="{C58F9C8A-44FF-CBAF-9E13-CAA7F6F29B67}"/>
          </ac:spMkLst>
        </pc:spChg>
      </pc:sldChg>
      <pc:sldChg chg="addSp modSp add">
        <pc:chgData name="Phong Nguyen" userId="8c4fd242-a9b1-4744-aec7-800b28e7788a" providerId="ADAL" clId="{093EFADF-ECCE-4787-A5F3-EB2DB4613DC7}" dt="2026-10-04T15:23:30.917" v="2152"/>
        <pc:sldMkLst>
          <pc:docMk/>
          <pc:sldMk cId="519038098" sldId="273"/>
        </pc:sldMkLst>
        <pc:spChg chg="add mod">
          <ac:chgData name="Phong Nguyen" userId="8c4fd242-a9b1-4744-aec7-800b28e7788a" providerId="ADAL" clId="{093EFADF-ECCE-4787-A5F3-EB2DB4613DC7}" dt="2026-10-04T15:23:30.908" v="2149"/>
          <ac:spMkLst>
            <pc:docMk/>
            <pc:sldMk cId="519038098" sldId="273"/>
            <ac:spMk id="2" creationId="{FC215C39-48B5-6CC2-FA72-1DE2ADC133D2}"/>
          </ac:spMkLst>
        </pc:spChg>
        <pc:spChg chg="mod">
          <ac:chgData name="Phong Nguyen" userId="8c4fd242-a9b1-4744-aec7-800b28e7788a" providerId="ADAL" clId="{093EFADF-ECCE-4787-A5F3-EB2DB4613DC7}" dt="2026-10-04T15:23:30.759" v="2104"/>
          <ac:spMkLst>
            <pc:docMk/>
            <pc:sldMk cId="519038098" sldId="273"/>
            <ac:spMk id="3" creationId="{5A17EBBA-4E56-2613-F78B-D7246A159181}"/>
          </ac:spMkLst>
        </pc:spChg>
        <pc:spChg chg="mod">
          <ac:chgData name="Phong Nguyen" userId="8c4fd242-a9b1-4744-aec7-800b28e7788a" providerId="ADAL" clId="{093EFADF-ECCE-4787-A5F3-EB2DB4613DC7}" dt="2026-10-04T15:23:30.767" v="2107"/>
          <ac:spMkLst>
            <pc:docMk/>
            <pc:sldMk cId="519038098" sldId="273"/>
            <ac:spMk id="4" creationId="{4C3BFE98-BF9B-6EB8-0844-BF81BF920BAC}"/>
          </ac:spMkLst>
        </pc:spChg>
        <pc:spChg chg="mod">
          <ac:chgData name="Phong Nguyen" userId="8c4fd242-a9b1-4744-aec7-800b28e7788a" providerId="ADAL" clId="{093EFADF-ECCE-4787-A5F3-EB2DB4613DC7}" dt="2026-10-04T15:23:30.792" v="2113"/>
          <ac:spMkLst>
            <pc:docMk/>
            <pc:sldMk cId="519038098" sldId="273"/>
            <ac:spMk id="5" creationId="{EEAD0068-4614-D8CC-49D3-8781EB32AEE2}"/>
          </ac:spMkLst>
        </pc:spChg>
        <pc:spChg chg="mod">
          <ac:chgData name="Phong Nguyen" userId="8c4fd242-a9b1-4744-aec7-800b28e7788a" providerId="ADAL" clId="{093EFADF-ECCE-4787-A5F3-EB2DB4613DC7}" dt="2026-10-04T15:23:30.799" v="2116"/>
          <ac:spMkLst>
            <pc:docMk/>
            <pc:sldMk cId="519038098" sldId="273"/>
            <ac:spMk id="6" creationId="{0900780F-1CE6-18D6-86F4-37897EAE99C3}"/>
          </ac:spMkLst>
        </pc:spChg>
        <pc:spChg chg="mod">
          <ac:chgData name="Phong Nguyen" userId="8c4fd242-a9b1-4744-aec7-800b28e7788a" providerId="ADAL" clId="{093EFADF-ECCE-4787-A5F3-EB2DB4613DC7}" dt="2026-10-04T15:23:30.821" v="2122"/>
          <ac:spMkLst>
            <pc:docMk/>
            <pc:sldMk cId="519038098" sldId="273"/>
            <ac:spMk id="7" creationId="{EC89AA0A-8B81-5ADF-90E4-72F495D0EED3}"/>
          </ac:spMkLst>
        </pc:spChg>
        <pc:spChg chg="mod">
          <ac:chgData name="Phong Nguyen" userId="8c4fd242-a9b1-4744-aec7-800b28e7788a" providerId="ADAL" clId="{093EFADF-ECCE-4787-A5F3-EB2DB4613DC7}" dt="2026-10-04T15:23:30.829" v="2125"/>
          <ac:spMkLst>
            <pc:docMk/>
            <pc:sldMk cId="519038098" sldId="273"/>
            <ac:spMk id="8" creationId="{28483B14-5056-6423-9975-BD954E23E191}"/>
          </ac:spMkLst>
        </pc:spChg>
        <pc:spChg chg="mod">
          <ac:chgData name="Phong Nguyen" userId="8c4fd242-a9b1-4744-aec7-800b28e7788a" providerId="ADAL" clId="{093EFADF-ECCE-4787-A5F3-EB2DB4613DC7}" dt="2026-10-04T15:23:30.849" v="2131"/>
          <ac:spMkLst>
            <pc:docMk/>
            <pc:sldMk cId="519038098" sldId="273"/>
            <ac:spMk id="9" creationId="{3B6DEEE5-ED7C-1A09-472D-73998889DC86}"/>
          </ac:spMkLst>
        </pc:spChg>
        <pc:spChg chg="mod">
          <ac:chgData name="Phong Nguyen" userId="8c4fd242-a9b1-4744-aec7-800b28e7788a" providerId="ADAL" clId="{093EFADF-ECCE-4787-A5F3-EB2DB4613DC7}" dt="2026-10-04T15:23:30.854" v="2134"/>
          <ac:spMkLst>
            <pc:docMk/>
            <pc:sldMk cId="519038098" sldId="273"/>
            <ac:spMk id="10" creationId="{2D0607E0-9EA5-5792-BF41-F2AC5F6DCC5F}"/>
          </ac:spMkLst>
        </pc:spChg>
        <pc:spChg chg="mod">
          <ac:chgData name="Phong Nguyen" userId="8c4fd242-a9b1-4744-aec7-800b28e7788a" providerId="ADAL" clId="{093EFADF-ECCE-4787-A5F3-EB2DB4613DC7}" dt="2026-10-04T15:23:30.877" v="2140"/>
          <ac:spMkLst>
            <pc:docMk/>
            <pc:sldMk cId="519038098" sldId="273"/>
            <ac:spMk id="11" creationId="{C2525A79-E343-2A0C-E1E5-F1A885AE0059}"/>
          </ac:spMkLst>
        </pc:spChg>
        <pc:spChg chg="mod">
          <ac:chgData name="Phong Nguyen" userId="8c4fd242-a9b1-4744-aec7-800b28e7788a" providerId="ADAL" clId="{093EFADF-ECCE-4787-A5F3-EB2DB4613DC7}" dt="2026-10-04T15:23:30.884" v="2143"/>
          <ac:spMkLst>
            <pc:docMk/>
            <pc:sldMk cId="519038098" sldId="273"/>
            <ac:spMk id="12" creationId="{044E3EC6-B0FA-AC40-21BB-A0C2062FBB21}"/>
          </ac:spMkLst>
        </pc:spChg>
        <pc:spChg chg="add mod">
          <ac:chgData name="Phong Nguyen" userId="8c4fd242-a9b1-4744-aec7-800b28e7788a" providerId="ADAL" clId="{093EFADF-ECCE-4787-A5F3-EB2DB4613DC7}" dt="2026-10-04T15:23:30.917" v="2152"/>
          <ac:spMkLst>
            <pc:docMk/>
            <pc:sldMk cId="519038098" sldId="273"/>
            <ac:spMk id="14" creationId="{C6E687DD-8C60-32DD-12B6-4A71BDCAB293}"/>
          </ac:spMkLst>
        </pc:spChg>
      </pc:sldChg>
      <pc:sldChg chg="addSp modSp add">
        <pc:chgData name="Phong Nguyen" userId="8c4fd242-a9b1-4744-aec7-800b28e7788a" providerId="ADAL" clId="{093EFADF-ECCE-4787-A5F3-EB2DB4613DC7}" dt="2026-10-05T14:47:38.057" v="2577"/>
        <pc:sldMkLst>
          <pc:docMk/>
          <pc:sldMk cId="2919646168" sldId="274"/>
        </pc:sldMkLst>
        <pc:spChg chg="add mod">
          <ac:chgData name="Phong Nguyen" userId="8c4fd242-a9b1-4744-aec7-800b28e7788a" providerId="ADAL" clId="{093EFADF-ECCE-4787-A5F3-EB2DB4613DC7}" dt="2026-10-05T14:47:37.502" v="2550"/>
          <ac:spMkLst>
            <pc:docMk/>
            <pc:sldMk cId="2919646168" sldId="274"/>
            <ac:spMk id="2" creationId="{F97CFEA3-726E-C26E-A0EA-43D2F79ACAFC}"/>
          </ac:spMkLst>
        </pc:spChg>
        <pc:spChg chg="add mod">
          <ac:chgData name="Phong Nguyen" userId="8c4fd242-a9b1-4744-aec7-800b28e7788a" providerId="ADAL" clId="{093EFADF-ECCE-4787-A5F3-EB2DB4613DC7}" dt="2026-10-05T14:47:37.572" v="2555"/>
          <ac:spMkLst>
            <pc:docMk/>
            <pc:sldMk cId="2919646168" sldId="274"/>
            <ac:spMk id="17" creationId="{8EEEC0A1-680C-1996-5853-E4A2608BC91F}"/>
          </ac:spMkLst>
        </pc:spChg>
        <pc:spChg chg="add mod">
          <ac:chgData name="Phong Nguyen" userId="8c4fd242-a9b1-4744-aec7-800b28e7788a" providerId="ADAL" clId="{093EFADF-ECCE-4787-A5F3-EB2DB4613DC7}" dt="2026-10-05T14:47:37.610" v="2560"/>
          <ac:spMkLst>
            <pc:docMk/>
            <pc:sldMk cId="2919646168" sldId="274"/>
            <ac:spMk id="18" creationId="{290DF5D1-AECE-FDB5-7F2E-4642A94761E3}"/>
          </ac:spMkLst>
        </pc:spChg>
        <pc:spChg chg="add mod">
          <ac:chgData name="Phong Nguyen" userId="8c4fd242-a9b1-4744-aec7-800b28e7788a" providerId="ADAL" clId="{093EFADF-ECCE-4787-A5F3-EB2DB4613DC7}" dt="2026-10-05T14:47:37.647" v="2565"/>
          <ac:spMkLst>
            <pc:docMk/>
            <pc:sldMk cId="2919646168" sldId="274"/>
            <ac:spMk id="19" creationId="{988883A0-E306-6089-3927-63AAF094B461}"/>
          </ac:spMkLst>
        </pc:spChg>
        <pc:spChg chg="add mod">
          <ac:chgData name="Phong Nguyen" userId="8c4fd242-a9b1-4744-aec7-800b28e7788a" providerId="ADAL" clId="{093EFADF-ECCE-4787-A5F3-EB2DB4613DC7}" dt="2026-10-05T14:47:37.685" v="2570"/>
          <ac:spMkLst>
            <pc:docMk/>
            <pc:sldMk cId="2919646168" sldId="274"/>
            <ac:spMk id="20" creationId="{5A491D57-F3A3-432B-8DBF-76577A827C56}"/>
          </ac:spMkLst>
        </pc:spChg>
        <pc:spChg chg="add mod">
          <ac:chgData name="Phong Nguyen" userId="8c4fd242-a9b1-4744-aec7-800b28e7788a" providerId="ADAL" clId="{093EFADF-ECCE-4787-A5F3-EB2DB4613DC7}" dt="2026-10-05T14:47:37.722" v="2575"/>
          <ac:spMkLst>
            <pc:docMk/>
            <pc:sldMk cId="2919646168" sldId="274"/>
            <ac:spMk id="21" creationId="{00D28BD9-6BFD-C75B-AB7C-B341C9222814}"/>
          </ac:spMkLst>
        </pc:spChg>
        <pc:spChg chg="add mod">
          <ac:chgData name="Phong Nguyen" userId="8c4fd242-a9b1-4744-aec7-800b28e7788a" providerId="ADAL" clId="{093EFADF-ECCE-4787-A5F3-EB2DB4613DC7}" dt="2026-10-05T14:47:38.057" v="2577"/>
          <ac:spMkLst>
            <pc:docMk/>
            <pc:sldMk cId="2919646168" sldId="274"/>
            <ac:spMk id="22" creationId="{2A3888AD-8F4A-0865-949D-F876D5F2E1B6}"/>
          </ac:spMkLst>
        </pc:spChg>
      </pc:sldChg>
      <pc:sldChg chg="addSp modSp add">
        <pc:chgData name="Phong Nguyen" userId="8c4fd242-a9b1-4744-aec7-800b28e7788a" providerId="ADAL" clId="{093EFADF-ECCE-4787-A5F3-EB2DB4613DC7}" dt="2026-10-05T14:47:41.032" v="2929"/>
        <pc:sldMkLst>
          <pc:docMk/>
          <pc:sldMk cId="3674757816" sldId="275"/>
        </pc:sldMkLst>
        <pc:spChg chg="add mod">
          <ac:chgData name="Phong Nguyen" userId="8c4fd242-a9b1-4744-aec7-800b28e7788a" providerId="ADAL" clId="{093EFADF-ECCE-4787-A5F3-EB2DB4613DC7}" dt="2026-10-04T13:52:30.603" v="572"/>
          <ac:spMkLst>
            <pc:docMk/>
            <pc:sldMk cId="3674757816" sldId="275"/>
            <ac:spMk id="2" creationId="{206A23B1-18E0-7D0D-32F6-18250AAA1AA2}"/>
          </ac:spMkLst>
        </pc:spChg>
        <pc:spChg chg="add mod">
          <ac:chgData name="Phong Nguyen" userId="8c4fd242-a9b1-4744-aec7-800b28e7788a" providerId="ADAL" clId="{093EFADF-ECCE-4787-A5F3-EB2DB4613DC7}" dt="2026-10-04T13:52:30.739" v="596"/>
          <ac:spMkLst>
            <pc:docMk/>
            <pc:sldMk cId="3674757816" sldId="275"/>
            <ac:spMk id="3" creationId="{DAF8818D-72C7-4EB1-65E5-F12C616C5461}"/>
          </ac:spMkLst>
        </pc:spChg>
        <pc:spChg chg="add mod">
          <ac:chgData name="Phong Nguyen" userId="8c4fd242-a9b1-4744-aec7-800b28e7788a" providerId="ADAL" clId="{093EFADF-ECCE-4787-A5F3-EB2DB4613DC7}" dt="2026-10-04T13:52:30.833" v="620"/>
          <ac:spMkLst>
            <pc:docMk/>
            <pc:sldMk cId="3674757816" sldId="275"/>
            <ac:spMk id="4" creationId="{3BA3196A-92CC-D366-B48E-4E54FCE0961D}"/>
          </ac:spMkLst>
        </pc:spChg>
        <pc:spChg chg="add mod">
          <ac:chgData name="Phong Nguyen" userId="8c4fd242-a9b1-4744-aec7-800b28e7788a" providerId="ADAL" clId="{093EFADF-ECCE-4787-A5F3-EB2DB4613DC7}" dt="2026-10-04T13:52:30.948" v="644"/>
          <ac:spMkLst>
            <pc:docMk/>
            <pc:sldMk cId="3674757816" sldId="275"/>
            <ac:spMk id="5" creationId="{5E5D627A-B905-9269-74B3-AE9164DCE1D5}"/>
          </ac:spMkLst>
        </pc:spChg>
        <pc:spChg chg="add mod">
          <ac:chgData name="Phong Nguyen" userId="8c4fd242-a9b1-4744-aec7-800b28e7788a" providerId="ADAL" clId="{093EFADF-ECCE-4787-A5F3-EB2DB4613DC7}" dt="2026-10-04T13:52:31.052" v="668"/>
          <ac:spMkLst>
            <pc:docMk/>
            <pc:sldMk cId="3674757816" sldId="275"/>
            <ac:spMk id="6" creationId="{58247042-7072-7EDF-C7AD-0CA9DBF52BF3}"/>
          </ac:spMkLst>
        </pc:spChg>
        <pc:spChg chg="add mod">
          <ac:chgData name="Phong Nguyen" userId="8c4fd242-a9b1-4744-aec7-800b28e7788a" providerId="ADAL" clId="{093EFADF-ECCE-4787-A5F3-EB2DB4613DC7}" dt="2026-10-04T13:52:31.147" v="692"/>
          <ac:spMkLst>
            <pc:docMk/>
            <pc:sldMk cId="3674757816" sldId="275"/>
            <ac:spMk id="7" creationId="{0D3815CC-6E65-BF7D-4CF7-98FBC93DF492}"/>
          </ac:spMkLst>
        </pc:spChg>
        <pc:spChg chg="add mod">
          <ac:chgData name="Phong Nguyen" userId="8c4fd242-a9b1-4744-aec7-800b28e7788a" providerId="ADAL" clId="{093EFADF-ECCE-4787-A5F3-EB2DB4613DC7}" dt="2026-10-04T13:52:31.271" v="716"/>
          <ac:spMkLst>
            <pc:docMk/>
            <pc:sldMk cId="3674757816" sldId="275"/>
            <ac:spMk id="8" creationId="{72D3AB1B-0EC3-6876-03AA-7A69806F72D1}"/>
          </ac:spMkLst>
        </pc:spChg>
        <pc:spChg chg="add mod">
          <ac:chgData name="Phong Nguyen" userId="8c4fd242-a9b1-4744-aec7-800b28e7788a" providerId="ADAL" clId="{093EFADF-ECCE-4787-A5F3-EB2DB4613DC7}" dt="2026-10-04T13:52:31.517" v="743"/>
          <ac:spMkLst>
            <pc:docMk/>
            <pc:sldMk cId="3674757816" sldId="275"/>
            <ac:spMk id="12" creationId="{DFDFEF06-9695-5BDC-C829-D560A6EC52ED}"/>
          </ac:spMkLst>
        </pc:spChg>
        <pc:spChg chg="add mod">
          <ac:chgData name="Phong Nguyen" userId="8c4fd242-a9b1-4744-aec7-800b28e7788a" providerId="ADAL" clId="{093EFADF-ECCE-4787-A5F3-EB2DB4613DC7}" dt="2026-10-04T13:52:31.608" v="746"/>
          <ac:spMkLst>
            <pc:docMk/>
            <pc:sldMk cId="3674757816" sldId="275"/>
            <ac:spMk id="13" creationId="{A71437F8-3108-CEE0-2B54-0671FA9773BC}"/>
          </ac:spMkLst>
        </pc:spChg>
        <pc:spChg chg="add mod">
          <ac:chgData name="Phong Nguyen" userId="8c4fd242-a9b1-4744-aec7-800b28e7788a" providerId="ADAL" clId="{093EFADF-ECCE-4787-A5F3-EB2DB4613DC7}" dt="2026-10-05T14:47:40.785" v="2902"/>
          <ac:spMkLst>
            <pc:docMk/>
            <pc:sldMk cId="3674757816" sldId="275"/>
            <ac:spMk id="14" creationId="{255B90AC-8073-53D8-7D88-1BA90F49B227}"/>
          </ac:spMkLst>
        </pc:spChg>
        <pc:spChg chg="add mod">
          <ac:chgData name="Phong Nguyen" userId="8c4fd242-a9b1-4744-aec7-800b28e7788a" providerId="ADAL" clId="{093EFADF-ECCE-4787-A5F3-EB2DB4613DC7}" dt="2026-10-05T14:47:40.811" v="2907"/>
          <ac:spMkLst>
            <pc:docMk/>
            <pc:sldMk cId="3674757816" sldId="275"/>
            <ac:spMk id="15" creationId="{BF2140EA-D12A-4540-6458-BF71771723DF}"/>
          </ac:spMkLst>
        </pc:spChg>
        <pc:spChg chg="add mod">
          <ac:chgData name="Phong Nguyen" userId="8c4fd242-a9b1-4744-aec7-800b28e7788a" providerId="ADAL" clId="{093EFADF-ECCE-4787-A5F3-EB2DB4613DC7}" dt="2026-10-05T14:47:40.853" v="2912"/>
          <ac:spMkLst>
            <pc:docMk/>
            <pc:sldMk cId="3674757816" sldId="275"/>
            <ac:spMk id="16" creationId="{EDFBC51A-A27C-7E3E-CD81-33DFEBAE8B50}"/>
          </ac:spMkLst>
        </pc:spChg>
        <pc:spChg chg="add mod">
          <ac:chgData name="Phong Nguyen" userId="8c4fd242-a9b1-4744-aec7-800b28e7788a" providerId="ADAL" clId="{093EFADF-ECCE-4787-A5F3-EB2DB4613DC7}" dt="2026-10-05T14:47:40.875" v="2917"/>
          <ac:spMkLst>
            <pc:docMk/>
            <pc:sldMk cId="3674757816" sldId="275"/>
            <ac:spMk id="17" creationId="{41A72182-7DA4-BA0F-7A96-DF81D0CE98F3}"/>
          </ac:spMkLst>
        </pc:spChg>
        <pc:spChg chg="add mod">
          <ac:chgData name="Phong Nguyen" userId="8c4fd242-a9b1-4744-aec7-800b28e7788a" providerId="ADAL" clId="{093EFADF-ECCE-4787-A5F3-EB2DB4613DC7}" dt="2026-10-05T14:47:40.898" v="2922"/>
          <ac:spMkLst>
            <pc:docMk/>
            <pc:sldMk cId="3674757816" sldId="275"/>
            <ac:spMk id="18" creationId="{500D0868-A4A7-ED43-ADE8-78ADDED0FAE6}"/>
          </ac:spMkLst>
        </pc:spChg>
        <pc:spChg chg="add mod">
          <ac:chgData name="Phong Nguyen" userId="8c4fd242-a9b1-4744-aec7-800b28e7788a" providerId="ADAL" clId="{093EFADF-ECCE-4787-A5F3-EB2DB4613DC7}" dt="2026-10-05T14:47:40.923" v="2927"/>
          <ac:spMkLst>
            <pc:docMk/>
            <pc:sldMk cId="3674757816" sldId="275"/>
            <ac:spMk id="19" creationId="{04006A78-8AF3-7461-D823-2D50981A6069}"/>
          </ac:spMkLst>
        </pc:spChg>
        <pc:spChg chg="add mod">
          <ac:chgData name="Phong Nguyen" userId="8c4fd242-a9b1-4744-aec7-800b28e7788a" providerId="ADAL" clId="{093EFADF-ECCE-4787-A5F3-EB2DB4613DC7}" dt="2026-10-05T14:47:41.032" v="2929"/>
          <ac:spMkLst>
            <pc:docMk/>
            <pc:sldMk cId="3674757816" sldId="275"/>
            <ac:spMk id="20" creationId="{755E3682-CCA2-0826-2C1E-338D30E83D4F}"/>
          </ac:spMkLst>
        </pc:spChg>
        <pc:cxnChg chg="add mod">
          <ac:chgData name="Phong Nguyen" userId="8c4fd242-a9b1-4744-aec7-800b28e7788a" providerId="ADAL" clId="{093EFADF-ECCE-4787-A5F3-EB2DB4613DC7}" dt="2026-10-04T13:52:31.321" v="724"/>
          <ac:cxnSpMkLst>
            <pc:docMk/>
            <pc:sldMk cId="3674757816" sldId="275"/>
            <ac:cxnSpMk id="9" creationId="{9BB78E74-803E-333F-149C-BECD9584BFBB}"/>
          </ac:cxnSpMkLst>
        </pc:cxnChg>
        <pc:cxnChg chg="add mod">
          <ac:chgData name="Phong Nguyen" userId="8c4fd242-a9b1-4744-aec7-800b28e7788a" providerId="ADAL" clId="{093EFADF-ECCE-4787-A5F3-EB2DB4613DC7}" dt="2026-10-04T13:52:31.367" v="732"/>
          <ac:cxnSpMkLst>
            <pc:docMk/>
            <pc:sldMk cId="3674757816" sldId="275"/>
            <ac:cxnSpMk id="10" creationId="{650171E0-209D-E63D-6FCE-FC676A81A713}"/>
          </ac:cxnSpMkLst>
        </pc:cxnChg>
        <pc:cxnChg chg="add mod">
          <ac:chgData name="Phong Nguyen" userId="8c4fd242-a9b1-4744-aec7-800b28e7788a" providerId="ADAL" clId="{093EFADF-ECCE-4787-A5F3-EB2DB4613DC7}" dt="2026-10-04T13:52:31.408" v="740"/>
          <ac:cxnSpMkLst>
            <pc:docMk/>
            <pc:sldMk cId="3674757816" sldId="275"/>
            <ac:cxnSpMk id="11" creationId="{A397C72D-811B-D62B-7503-5DF3E1FA6F44}"/>
          </ac:cxnSpMkLst>
        </pc:cxnChg>
      </pc:sldChg>
      <pc:sldChg chg="addSp modSp add">
        <pc:chgData name="Phong Nguyen" userId="8c4fd242-a9b1-4744-aec7-800b28e7788a" providerId="ADAL" clId="{093EFADF-ECCE-4787-A5F3-EB2DB4613DC7}" dt="2026-10-05T14:47:39.932" v="2801"/>
        <pc:sldMkLst>
          <pc:docMk/>
          <pc:sldMk cId="1848038193" sldId="276"/>
        </pc:sldMkLst>
        <pc:spChg chg="add mod">
          <ac:chgData name="Phong Nguyen" userId="8c4fd242-a9b1-4744-aec7-800b28e7788a" providerId="ADAL" clId="{093EFADF-ECCE-4787-A5F3-EB2DB4613DC7}" dt="2026-10-04T15:23:25.304" v="1411"/>
          <ac:spMkLst>
            <pc:docMk/>
            <pc:sldMk cId="1848038193" sldId="276"/>
            <ac:spMk id="2" creationId="{CC8F071D-7346-DC86-3CFB-6714E5D4C741}"/>
          </ac:spMkLst>
        </pc:spChg>
        <pc:spChg chg="add mod">
          <ac:chgData name="Phong Nguyen" userId="8c4fd242-a9b1-4744-aec7-800b28e7788a" providerId="ADAL" clId="{093EFADF-ECCE-4787-A5F3-EB2DB4613DC7}" dt="2026-10-04T15:23:25.496" v="1435"/>
          <ac:spMkLst>
            <pc:docMk/>
            <pc:sldMk cId="1848038193" sldId="276"/>
            <ac:spMk id="3" creationId="{51C9C93A-DE26-0F62-EB42-2231DC49F314}"/>
          </ac:spMkLst>
        </pc:spChg>
        <pc:spChg chg="add mod">
          <ac:chgData name="Phong Nguyen" userId="8c4fd242-a9b1-4744-aec7-800b28e7788a" providerId="ADAL" clId="{093EFADF-ECCE-4787-A5F3-EB2DB4613DC7}" dt="2026-10-04T15:23:25.549" v="1459"/>
          <ac:spMkLst>
            <pc:docMk/>
            <pc:sldMk cId="1848038193" sldId="276"/>
            <ac:spMk id="4" creationId="{ABBE6F23-A3F7-9E5B-4868-BCF094A28FFF}"/>
          </ac:spMkLst>
        </pc:spChg>
        <pc:spChg chg="add mod">
          <ac:chgData name="Phong Nguyen" userId="8c4fd242-a9b1-4744-aec7-800b28e7788a" providerId="ADAL" clId="{093EFADF-ECCE-4787-A5F3-EB2DB4613DC7}" dt="2026-10-04T15:23:25.620" v="1483"/>
          <ac:spMkLst>
            <pc:docMk/>
            <pc:sldMk cId="1848038193" sldId="276"/>
            <ac:spMk id="5" creationId="{16A0D3F0-D464-DD08-AA3E-7F14EDAEE9BA}"/>
          </ac:spMkLst>
        </pc:spChg>
        <pc:spChg chg="add mod">
          <ac:chgData name="Phong Nguyen" userId="8c4fd242-a9b1-4744-aec7-800b28e7788a" providerId="ADAL" clId="{093EFADF-ECCE-4787-A5F3-EB2DB4613DC7}" dt="2026-10-04T15:23:25.685" v="1507"/>
          <ac:spMkLst>
            <pc:docMk/>
            <pc:sldMk cId="1848038193" sldId="276"/>
            <ac:spMk id="6" creationId="{F9E0D749-FC39-E182-C033-D5245AA983AB}"/>
          </ac:spMkLst>
        </pc:spChg>
        <pc:spChg chg="add mod">
          <ac:chgData name="Phong Nguyen" userId="8c4fd242-a9b1-4744-aec7-800b28e7788a" providerId="ADAL" clId="{093EFADF-ECCE-4787-A5F3-EB2DB4613DC7}" dt="2026-10-04T15:23:25.766" v="1531"/>
          <ac:spMkLst>
            <pc:docMk/>
            <pc:sldMk cId="1848038193" sldId="276"/>
            <ac:spMk id="7" creationId="{000EB4EB-BAF1-603D-86D2-F24B3F207E67}"/>
          </ac:spMkLst>
        </pc:spChg>
        <pc:spChg chg="add mod">
          <ac:chgData name="Phong Nguyen" userId="8c4fd242-a9b1-4744-aec7-800b28e7788a" providerId="ADAL" clId="{093EFADF-ECCE-4787-A5F3-EB2DB4613DC7}" dt="2026-10-04T15:23:25.824" v="1555"/>
          <ac:spMkLst>
            <pc:docMk/>
            <pc:sldMk cId="1848038193" sldId="276"/>
            <ac:spMk id="8" creationId="{AEC64E72-AD38-A07B-9D74-D07C92B8B8F3}"/>
          </ac:spMkLst>
        </pc:spChg>
        <pc:spChg chg="add mod">
          <ac:chgData name="Phong Nguyen" userId="8c4fd242-a9b1-4744-aec7-800b28e7788a" providerId="ADAL" clId="{093EFADF-ECCE-4787-A5F3-EB2DB4613DC7}" dt="2026-10-04T15:23:25.885" v="1579"/>
          <ac:spMkLst>
            <pc:docMk/>
            <pc:sldMk cId="1848038193" sldId="276"/>
            <ac:spMk id="9" creationId="{2F0C4007-9C9D-9A36-729B-3E76C39D9A62}"/>
          </ac:spMkLst>
        </pc:spChg>
        <pc:spChg chg="add mod">
          <ac:chgData name="Phong Nguyen" userId="8c4fd242-a9b1-4744-aec7-800b28e7788a" providerId="ADAL" clId="{093EFADF-ECCE-4787-A5F3-EB2DB4613DC7}" dt="2026-10-04T15:23:25.952" v="1603"/>
          <ac:spMkLst>
            <pc:docMk/>
            <pc:sldMk cId="1848038193" sldId="276"/>
            <ac:spMk id="10" creationId="{7D50E85A-F0B2-9870-55B4-74D066FBE83B}"/>
          </ac:spMkLst>
        </pc:spChg>
        <pc:spChg chg="add mod">
          <ac:chgData name="Phong Nguyen" userId="8c4fd242-a9b1-4744-aec7-800b28e7788a" providerId="ADAL" clId="{093EFADF-ECCE-4787-A5F3-EB2DB4613DC7}" dt="2026-10-04T15:23:26.023" v="1627"/>
          <ac:spMkLst>
            <pc:docMk/>
            <pc:sldMk cId="1848038193" sldId="276"/>
            <ac:spMk id="11" creationId="{16475FF7-C78C-244E-0968-29DAC1502AA2}"/>
          </ac:spMkLst>
        </pc:spChg>
        <pc:spChg chg="add mod">
          <ac:chgData name="Phong Nguyen" userId="8c4fd242-a9b1-4744-aec7-800b28e7788a" providerId="ADAL" clId="{093EFADF-ECCE-4787-A5F3-EB2DB4613DC7}" dt="2026-10-04T15:23:26.094" v="1652"/>
          <ac:spMkLst>
            <pc:docMk/>
            <pc:sldMk cId="1848038193" sldId="276"/>
            <ac:spMk id="12" creationId="{EF5BB063-F9AE-1EA3-6C36-946EAB8BAE58}"/>
          </ac:spMkLst>
        </pc:spChg>
        <pc:spChg chg="add mod">
          <ac:chgData name="Phong Nguyen" userId="8c4fd242-a9b1-4744-aec7-800b28e7788a" providerId="ADAL" clId="{093EFADF-ECCE-4787-A5F3-EB2DB4613DC7}" dt="2026-10-04T15:23:26.157" v="1676"/>
          <ac:spMkLst>
            <pc:docMk/>
            <pc:sldMk cId="1848038193" sldId="276"/>
            <ac:spMk id="13" creationId="{F9465853-2670-49BC-8AEA-24DCB815D727}"/>
          </ac:spMkLst>
        </pc:spChg>
        <pc:spChg chg="add mod">
          <ac:chgData name="Phong Nguyen" userId="8c4fd242-a9b1-4744-aec7-800b28e7788a" providerId="ADAL" clId="{093EFADF-ECCE-4787-A5F3-EB2DB4613DC7}" dt="2026-10-04T15:23:26.242" v="1695"/>
          <ac:spMkLst>
            <pc:docMk/>
            <pc:sldMk cId="1848038193" sldId="276"/>
            <ac:spMk id="16" creationId="{D4C647E9-F49E-7EF7-DFD4-99186EE7B92E}"/>
          </ac:spMkLst>
        </pc:spChg>
        <pc:spChg chg="add mod">
          <ac:chgData name="Phong Nguyen" userId="8c4fd242-a9b1-4744-aec7-800b28e7788a" providerId="ADAL" clId="{093EFADF-ECCE-4787-A5F3-EB2DB4613DC7}" dt="2026-10-04T15:23:26.295" v="1698"/>
          <ac:spMkLst>
            <pc:docMk/>
            <pc:sldMk cId="1848038193" sldId="276"/>
            <ac:spMk id="17" creationId="{6E1C4710-8D26-D458-0560-2CF5837D9F9A}"/>
          </ac:spMkLst>
        </pc:spChg>
        <pc:spChg chg="add mod">
          <ac:chgData name="Phong Nguyen" userId="8c4fd242-a9b1-4744-aec7-800b28e7788a" providerId="ADAL" clId="{093EFADF-ECCE-4787-A5F3-EB2DB4613DC7}" dt="2026-10-04T15:23:26.335" v="1701"/>
          <ac:spMkLst>
            <pc:docMk/>
            <pc:sldMk cId="1848038193" sldId="276"/>
            <ac:spMk id="18" creationId="{EC538A3A-E1F1-0CCF-2995-B3D37AF4500A}"/>
          </ac:spMkLst>
        </pc:spChg>
        <pc:spChg chg="add mod">
          <ac:chgData name="Phong Nguyen" userId="8c4fd242-a9b1-4744-aec7-800b28e7788a" providerId="ADAL" clId="{093EFADF-ECCE-4787-A5F3-EB2DB4613DC7}" dt="2026-10-04T15:23:26.381" v="1704"/>
          <ac:spMkLst>
            <pc:docMk/>
            <pc:sldMk cId="1848038193" sldId="276"/>
            <ac:spMk id="19" creationId="{52FBC290-826D-46B6-83FE-3CC1F6D561DE}"/>
          </ac:spMkLst>
        </pc:spChg>
        <pc:spChg chg="add mod">
          <ac:chgData name="Phong Nguyen" userId="8c4fd242-a9b1-4744-aec7-800b28e7788a" providerId="ADAL" clId="{093EFADF-ECCE-4787-A5F3-EB2DB4613DC7}" dt="2026-10-04T15:23:26.456" v="1707"/>
          <ac:spMkLst>
            <pc:docMk/>
            <pc:sldMk cId="1848038193" sldId="276"/>
            <ac:spMk id="20" creationId="{49FBC92B-62DB-DC82-81C3-19A55B4AE231}"/>
          </ac:spMkLst>
        </pc:spChg>
        <pc:spChg chg="add mod">
          <ac:chgData name="Phong Nguyen" userId="8c4fd242-a9b1-4744-aec7-800b28e7788a" providerId="ADAL" clId="{093EFADF-ECCE-4787-A5F3-EB2DB4613DC7}" dt="2026-10-04T15:23:26.516" v="1710"/>
          <ac:spMkLst>
            <pc:docMk/>
            <pc:sldMk cId="1848038193" sldId="276"/>
            <ac:spMk id="21" creationId="{C44168A4-D39C-C21F-5384-7551A1C0063A}"/>
          </ac:spMkLst>
        </pc:spChg>
        <pc:spChg chg="add mod">
          <ac:chgData name="Phong Nguyen" userId="8c4fd242-a9b1-4744-aec7-800b28e7788a" providerId="ADAL" clId="{093EFADF-ECCE-4787-A5F3-EB2DB4613DC7}" dt="2026-10-04T15:23:26.586" v="1713"/>
          <ac:spMkLst>
            <pc:docMk/>
            <pc:sldMk cId="1848038193" sldId="276"/>
            <ac:spMk id="22" creationId="{B64960AA-53C6-8F18-B04C-F77ABA821BFE}"/>
          </ac:spMkLst>
        </pc:spChg>
        <pc:spChg chg="add mod">
          <ac:chgData name="Phong Nguyen" userId="8c4fd242-a9b1-4744-aec7-800b28e7788a" providerId="ADAL" clId="{093EFADF-ECCE-4787-A5F3-EB2DB4613DC7}" dt="2026-10-04T15:23:26.628" v="1716"/>
          <ac:spMkLst>
            <pc:docMk/>
            <pc:sldMk cId="1848038193" sldId="276"/>
            <ac:spMk id="23" creationId="{304D5D29-BEA7-2727-B695-7462E3AE9661}"/>
          </ac:spMkLst>
        </pc:spChg>
        <pc:spChg chg="add mod">
          <ac:chgData name="Phong Nguyen" userId="8c4fd242-a9b1-4744-aec7-800b28e7788a" providerId="ADAL" clId="{093EFADF-ECCE-4787-A5F3-EB2DB4613DC7}" dt="2026-10-04T15:23:26.702" v="1719"/>
          <ac:spMkLst>
            <pc:docMk/>
            <pc:sldMk cId="1848038193" sldId="276"/>
            <ac:spMk id="24" creationId="{3BFB7AC5-F761-8C1B-45B8-064C78408B19}"/>
          </ac:spMkLst>
        </pc:spChg>
        <pc:spChg chg="add mod">
          <ac:chgData name="Phong Nguyen" userId="8c4fd242-a9b1-4744-aec7-800b28e7788a" providerId="ADAL" clId="{093EFADF-ECCE-4787-A5F3-EB2DB4613DC7}" dt="2026-10-05T14:47:39.759" v="2774"/>
          <ac:spMkLst>
            <pc:docMk/>
            <pc:sldMk cId="1848038193" sldId="276"/>
            <ac:spMk id="25" creationId="{2BC85058-B111-5D25-4ABD-0390EB713103}"/>
          </ac:spMkLst>
        </pc:spChg>
        <pc:spChg chg="add mod">
          <ac:chgData name="Phong Nguyen" userId="8c4fd242-a9b1-4744-aec7-800b28e7788a" providerId="ADAL" clId="{093EFADF-ECCE-4787-A5F3-EB2DB4613DC7}" dt="2026-10-05T14:47:39.777" v="2779"/>
          <ac:spMkLst>
            <pc:docMk/>
            <pc:sldMk cId="1848038193" sldId="276"/>
            <ac:spMk id="26" creationId="{91777672-4CD5-C266-ECA5-60624CF890E3}"/>
          </ac:spMkLst>
        </pc:spChg>
        <pc:spChg chg="add mod">
          <ac:chgData name="Phong Nguyen" userId="8c4fd242-a9b1-4744-aec7-800b28e7788a" providerId="ADAL" clId="{093EFADF-ECCE-4787-A5F3-EB2DB4613DC7}" dt="2026-10-05T14:47:39.796" v="2784"/>
          <ac:spMkLst>
            <pc:docMk/>
            <pc:sldMk cId="1848038193" sldId="276"/>
            <ac:spMk id="27" creationId="{567487DB-4585-5795-AF5F-75451D736494}"/>
          </ac:spMkLst>
        </pc:spChg>
        <pc:spChg chg="add mod">
          <ac:chgData name="Phong Nguyen" userId="8c4fd242-a9b1-4744-aec7-800b28e7788a" providerId="ADAL" clId="{093EFADF-ECCE-4787-A5F3-EB2DB4613DC7}" dt="2026-10-05T14:47:39.817" v="2789"/>
          <ac:spMkLst>
            <pc:docMk/>
            <pc:sldMk cId="1848038193" sldId="276"/>
            <ac:spMk id="28" creationId="{F1303B3F-FE8E-75CC-636D-23919A243426}"/>
          </ac:spMkLst>
        </pc:spChg>
        <pc:spChg chg="add mod">
          <ac:chgData name="Phong Nguyen" userId="8c4fd242-a9b1-4744-aec7-800b28e7788a" providerId="ADAL" clId="{093EFADF-ECCE-4787-A5F3-EB2DB4613DC7}" dt="2026-10-05T14:47:39.839" v="2794"/>
          <ac:spMkLst>
            <pc:docMk/>
            <pc:sldMk cId="1848038193" sldId="276"/>
            <ac:spMk id="29" creationId="{99CDBF23-CA63-AA02-23FA-0548387EBC83}"/>
          </ac:spMkLst>
        </pc:spChg>
        <pc:spChg chg="add mod">
          <ac:chgData name="Phong Nguyen" userId="8c4fd242-a9b1-4744-aec7-800b28e7788a" providerId="ADAL" clId="{093EFADF-ECCE-4787-A5F3-EB2DB4613DC7}" dt="2026-10-05T14:47:39.863" v="2799"/>
          <ac:spMkLst>
            <pc:docMk/>
            <pc:sldMk cId="1848038193" sldId="276"/>
            <ac:spMk id="30" creationId="{2411CB58-6B5A-7B2B-759D-D1B6EB8E9AF4}"/>
          </ac:spMkLst>
        </pc:spChg>
        <pc:spChg chg="add mod">
          <ac:chgData name="Phong Nguyen" userId="8c4fd242-a9b1-4744-aec7-800b28e7788a" providerId="ADAL" clId="{093EFADF-ECCE-4787-A5F3-EB2DB4613DC7}" dt="2026-10-05T14:47:39.932" v="2801"/>
          <ac:spMkLst>
            <pc:docMk/>
            <pc:sldMk cId="1848038193" sldId="276"/>
            <ac:spMk id="31" creationId="{8C1A1896-E08B-8EF0-C984-BE51AF3D066B}"/>
          </ac:spMkLst>
        </pc:spChg>
        <pc:cxnChg chg="add mod">
          <ac:chgData name="Phong Nguyen" userId="8c4fd242-a9b1-4744-aec7-800b28e7788a" providerId="ADAL" clId="{093EFADF-ECCE-4787-A5F3-EB2DB4613DC7}" dt="2026-10-04T15:23:26.181" v="1684"/>
          <ac:cxnSpMkLst>
            <pc:docMk/>
            <pc:sldMk cId="1848038193" sldId="276"/>
            <ac:cxnSpMk id="14" creationId="{6505397F-7225-1DFB-9AB9-6CF3D7C88983}"/>
          </ac:cxnSpMkLst>
        </pc:cxnChg>
        <pc:cxnChg chg="add mod">
          <ac:chgData name="Phong Nguyen" userId="8c4fd242-a9b1-4744-aec7-800b28e7788a" providerId="ADAL" clId="{093EFADF-ECCE-4787-A5F3-EB2DB4613DC7}" dt="2026-10-04T15:23:26.203" v="1692"/>
          <ac:cxnSpMkLst>
            <pc:docMk/>
            <pc:sldMk cId="1848038193" sldId="276"/>
            <ac:cxnSpMk id="15" creationId="{9F55E76F-D7DF-8515-B86F-CA7785B0183A}"/>
          </ac:cxnSpMkLst>
        </pc:cxnChg>
      </pc:sldChg>
      <pc:sldChg chg="addSp delSp modSp add ord">
        <pc:chgData name="Phong Nguyen" userId="8c4fd242-a9b1-4744-aec7-800b28e7788a" providerId="ADAL" clId="{093EFADF-ECCE-4787-A5F3-EB2DB4613DC7}" dt="2026-10-05T14:47:39.733" v="2769"/>
        <pc:sldMkLst>
          <pc:docMk/>
          <pc:sldMk cId="1007804798" sldId="277"/>
        </pc:sldMkLst>
        <pc:spChg chg="del">
          <ac:chgData name="Phong Nguyen" userId="8c4fd242-a9b1-4744-aec7-800b28e7788a" providerId="ADAL" clId="{093EFADF-ECCE-4787-A5F3-EB2DB4613DC7}" dt="2026-10-04T15:23:28.445" v="1722"/>
          <ac:spMkLst>
            <pc:docMk/>
            <pc:sldMk cId="1007804798" sldId="277"/>
            <ac:spMk id="2" creationId="{00000000-0000-0000-0000-000000000000}"/>
          </ac:spMkLst>
        </pc:spChg>
        <pc:spChg chg="mod">
          <ac:chgData name="Phong Nguyen" userId="8c4fd242-a9b1-4744-aec7-800b28e7788a" providerId="ADAL" clId="{093EFADF-ECCE-4787-A5F3-EB2DB4613DC7}" dt="2026-10-04T15:23:28.498" v="1726"/>
          <ac:spMkLst>
            <pc:docMk/>
            <pc:sldMk cId="1007804798" sldId="277"/>
            <ac:spMk id="4" creationId="{00000000-0000-0000-0000-000000000000}"/>
          </ac:spMkLst>
        </pc:spChg>
        <pc:spChg chg="add mod">
          <ac:chgData name="Phong Nguyen" userId="8c4fd242-a9b1-4744-aec7-800b28e7788a" providerId="ADAL" clId="{093EFADF-ECCE-4787-A5F3-EB2DB4613DC7}" dt="2026-10-05T14:47:39.339" v="2742"/>
          <ac:spMkLst>
            <pc:docMk/>
            <pc:sldMk cId="1007804798" sldId="277"/>
            <ac:spMk id="9" creationId="{F00C6E04-138C-8882-48E9-E13046981DFC}"/>
          </ac:spMkLst>
        </pc:spChg>
        <pc:spChg chg="add mod">
          <ac:chgData name="Phong Nguyen" userId="8c4fd242-a9b1-4744-aec7-800b28e7788a" providerId="ADAL" clId="{093EFADF-ECCE-4787-A5F3-EB2DB4613DC7}" dt="2026-10-05T14:47:39.417" v="2747"/>
          <ac:spMkLst>
            <pc:docMk/>
            <pc:sldMk cId="1007804798" sldId="277"/>
            <ac:spMk id="10" creationId="{F93001A9-9C05-5D9A-AFF7-EF81A9191754}"/>
          </ac:spMkLst>
        </pc:spChg>
        <pc:spChg chg="add mod">
          <ac:chgData name="Phong Nguyen" userId="8c4fd242-a9b1-4744-aec7-800b28e7788a" providerId="ADAL" clId="{093EFADF-ECCE-4787-A5F3-EB2DB4613DC7}" dt="2026-10-05T14:47:39.449" v="2752"/>
          <ac:spMkLst>
            <pc:docMk/>
            <pc:sldMk cId="1007804798" sldId="277"/>
            <ac:spMk id="11" creationId="{B0EAB6FD-3956-E241-2A9C-40EBA1658545}"/>
          </ac:spMkLst>
        </pc:spChg>
        <pc:spChg chg="add mod">
          <ac:chgData name="Phong Nguyen" userId="8c4fd242-a9b1-4744-aec7-800b28e7788a" providerId="ADAL" clId="{093EFADF-ECCE-4787-A5F3-EB2DB4613DC7}" dt="2026-10-05T14:47:39.479" v="2757"/>
          <ac:spMkLst>
            <pc:docMk/>
            <pc:sldMk cId="1007804798" sldId="277"/>
            <ac:spMk id="12" creationId="{197D78B5-DBA0-8926-C35B-7521BBD52772}"/>
          </ac:spMkLst>
        </pc:spChg>
        <pc:spChg chg="add mod">
          <ac:chgData name="Phong Nguyen" userId="8c4fd242-a9b1-4744-aec7-800b28e7788a" providerId="ADAL" clId="{093EFADF-ECCE-4787-A5F3-EB2DB4613DC7}" dt="2026-10-05T14:47:39.534" v="2762"/>
          <ac:spMkLst>
            <pc:docMk/>
            <pc:sldMk cId="1007804798" sldId="277"/>
            <ac:spMk id="13" creationId="{ED0FB7BC-AFE6-F8E4-AFCC-F5412B55E0D7}"/>
          </ac:spMkLst>
        </pc:spChg>
        <pc:spChg chg="add mod">
          <ac:chgData name="Phong Nguyen" userId="8c4fd242-a9b1-4744-aec7-800b28e7788a" providerId="ADAL" clId="{093EFADF-ECCE-4787-A5F3-EB2DB4613DC7}" dt="2026-10-05T14:47:39.568" v="2767"/>
          <ac:spMkLst>
            <pc:docMk/>
            <pc:sldMk cId="1007804798" sldId="277"/>
            <ac:spMk id="14" creationId="{172D9EEC-CD7B-0BF7-6EC6-68ED25072F51}"/>
          </ac:spMkLst>
        </pc:spChg>
        <pc:spChg chg="add mod">
          <ac:chgData name="Phong Nguyen" userId="8c4fd242-a9b1-4744-aec7-800b28e7788a" providerId="ADAL" clId="{093EFADF-ECCE-4787-A5F3-EB2DB4613DC7}" dt="2026-10-05T14:47:39.733" v="2769"/>
          <ac:spMkLst>
            <pc:docMk/>
            <pc:sldMk cId="1007804798" sldId="277"/>
            <ac:spMk id="15" creationId="{D0656429-7B7B-F8E2-90E4-932F426F0A1B}"/>
          </ac:spMkLst>
        </pc:spChg>
        <pc:picChg chg="add del mod">
          <ac:chgData name="Phong Nguyen" userId="8c4fd242-a9b1-4744-aec7-800b28e7788a" providerId="ADAL" clId="{093EFADF-ECCE-4787-A5F3-EB2DB4613DC7}" dt="2026-10-04T15:28:58.503" v="2153"/>
          <ac:picMkLst>
            <pc:docMk/>
            <pc:sldMk cId="1007804798" sldId="277"/>
            <ac:picMk id="6" creationId="{B2253105-732A-C7E2-A303-1E671CC17904}"/>
          </ac:picMkLst>
        </pc:picChg>
        <pc:picChg chg="add mod">
          <ac:chgData name="Phong Nguyen" userId="8c4fd242-a9b1-4744-aec7-800b28e7788a" providerId="ADAL" clId="{093EFADF-ECCE-4787-A5F3-EB2DB4613DC7}" dt="2026-10-04T15:28:58.639" v="2156"/>
          <ac:picMkLst>
            <pc:docMk/>
            <pc:sldMk cId="1007804798" sldId="277"/>
            <ac:picMk id="8" creationId="{1E628F1F-6A94-75A9-6376-49978942285C}"/>
          </ac:picMkLst>
        </pc:picChg>
      </pc:sldChg>
      <pc:sldChg chg="addSp modSp add">
        <pc:chgData name="Phong Nguyen" userId="8c4fd242-a9b1-4744-aec7-800b28e7788a" providerId="ADAL" clId="{093EFADF-ECCE-4787-A5F3-EB2DB4613DC7}" dt="2026-10-05T14:47:40.190" v="2833"/>
        <pc:sldMkLst>
          <pc:docMk/>
          <pc:sldMk cId="2959438608" sldId="278"/>
        </pc:sldMkLst>
        <pc:spChg chg="add mod">
          <ac:chgData name="Phong Nguyen" userId="8c4fd242-a9b1-4744-aec7-800b28e7788a" providerId="ADAL" clId="{093EFADF-ECCE-4787-A5F3-EB2DB4613DC7}" dt="2026-10-04T15:23:28.597" v="1730"/>
          <ac:spMkLst>
            <pc:docMk/>
            <pc:sldMk cId="2959438608" sldId="278"/>
            <ac:spMk id="2" creationId="{E6E39276-AB97-ED15-D0C6-EE56C9C6A29B}"/>
          </ac:spMkLst>
        </pc:spChg>
        <pc:spChg chg="add mod">
          <ac:chgData name="Phong Nguyen" userId="8c4fd242-a9b1-4744-aec7-800b28e7788a" providerId="ADAL" clId="{093EFADF-ECCE-4787-A5F3-EB2DB4613DC7}" dt="2026-10-04T15:23:28.721" v="1754"/>
          <ac:spMkLst>
            <pc:docMk/>
            <pc:sldMk cId="2959438608" sldId="278"/>
            <ac:spMk id="3" creationId="{25F8DAFB-E647-2972-AE61-BC9E5E177AD4}"/>
          </ac:spMkLst>
        </pc:spChg>
        <pc:spChg chg="add mod">
          <ac:chgData name="Phong Nguyen" userId="8c4fd242-a9b1-4744-aec7-800b28e7788a" providerId="ADAL" clId="{093EFADF-ECCE-4787-A5F3-EB2DB4613DC7}" dt="2026-10-04T15:23:28.780" v="1778"/>
          <ac:spMkLst>
            <pc:docMk/>
            <pc:sldMk cId="2959438608" sldId="278"/>
            <ac:spMk id="4" creationId="{1851F707-FFC2-E112-CD10-BF8F8D366F73}"/>
          </ac:spMkLst>
        </pc:spChg>
        <pc:spChg chg="add mod">
          <ac:chgData name="Phong Nguyen" userId="8c4fd242-a9b1-4744-aec7-800b28e7788a" providerId="ADAL" clId="{093EFADF-ECCE-4787-A5F3-EB2DB4613DC7}" dt="2026-10-04T15:23:28.839" v="1802"/>
          <ac:spMkLst>
            <pc:docMk/>
            <pc:sldMk cId="2959438608" sldId="278"/>
            <ac:spMk id="5" creationId="{C47C23FA-9DB6-2FB7-C041-F5DAE3837DA0}"/>
          </ac:spMkLst>
        </pc:spChg>
        <pc:spChg chg="add mod">
          <ac:chgData name="Phong Nguyen" userId="8c4fd242-a9b1-4744-aec7-800b28e7788a" providerId="ADAL" clId="{093EFADF-ECCE-4787-A5F3-EB2DB4613DC7}" dt="2026-10-04T15:23:28.889" v="1826"/>
          <ac:spMkLst>
            <pc:docMk/>
            <pc:sldMk cId="2959438608" sldId="278"/>
            <ac:spMk id="6" creationId="{591092F5-D2AA-76F7-0ECC-8BD6A82C5626}"/>
          </ac:spMkLst>
        </pc:spChg>
        <pc:spChg chg="add mod">
          <ac:chgData name="Phong Nguyen" userId="8c4fd242-a9b1-4744-aec7-800b28e7788a" providerId="ADAL" clId="{093EFADF-ECCE-4787-A5F3-EB2DB4613DC7}" dt="2026-10-04T15:23:28.937" v="1850"/>
          <ac:spMkLst>
            <pc:docMk/>
            <pc:sldMk cId="2959438608" sldId="278"/>
            <ac:spMk id="7" creationId="{2F4470AA-92C6-BC39-F00F-7CBF1C1D7A95}"/>
          </ac:spMkLst>
        </pc:spChg>
        <pc:spChg chg="add mod">
          <ac:chgData name="Phong Nguyen" userId="8c4fd242-a9b1-4744-aec7-800b28e7788a" providerId="ADAL" clId="{093EFADF-ECCE-4787-A5F3-EB2DB4613DC7}" dt="2026-10-04T15:23:28.995" v="1874"/>
          <ac:spMkLst>
            <pc:docMk/>
            <pc:sldMk cId="2959438608" sldId="278"/>
            <ac:spMk id="8" creationId="{F5A941B7-BAA4-BC01-846C-9F941120B9B5}"/>
          </ac:spMkLst>
        </pc:spChg>
        <pc:spChg chg="add mod">
          <ac:chgData name="Phong Nguyen" userId="8c4fd242-a9b1-4744-aec7-800b28e7788a" providerId="ADAL" clId="{093EFADF-ECCE-4787-A5F3-EB2DB4613DC7}" dt="2026-10-04T15:23:29.055" v="1898"/>
          <ac:spMkLst>
            <pc:docMk/>
            <pc:sldMk cId="2959438608" sldId="278"/>
            <ac:spMk id="9" creationId="{058EA852-D706-FD34-39E4-A4CDFF8E09D1}"/>
          </ac:spMkLst>
        </pc:spChg>
        <pc:spChg chg="add mod">
          <ac:chgData name="Phong Nguyen" userId="8c4fd242-a9b1-4744-aec7-800b28e7788a" providerId="ADAL" clId="{093EFADF-ECCE-4787-A5F3-EB2DB4613DC7}" dt="2026-10-04T15:23:29.113" v="1923"/>
          <ac:spMkLst>
            <pc:docMk/>
            <pc:sldMk cId="2959438608" sldId="278"/>
            <ac:spMk id="10" creationId="{98CFD450-CECD-29E6-8D1B-FC367A7DEE17}"/>
          </ac:spMkLst>
        </pc:spChg>
        <pc:spChg chg="add mod">
          <ac:chgData name="Phong Nguyen" userId="8c4fd242-a9b1-4744-aec7-800b28e7788a" providerId="ADAL" clId="{093EFADF-ECCE-4787-A5F3-EB2DB4613DC7}" dt="2026-10-04T15:23:29.161" v="1947"/>
          <ac:spMkLst>
            <pc:docMk/>
            <pc:sldMk cId="2959438608" sldId="278"/>
            <ac:spMk id="11" creationId="{507B72BC-0771-BAEB-5FF5-A8DCCCFE32EF}"/>
          </ac:spMkLst>
        </pc:spChg>
        <pc:spChg chg="add mod">
          <ac:chgData name="Phong Nguyen" userId="8c4fd242-a9b1-4744-aec7-800b28e7788a" providerId="ADAL" clId="{093EFADF-ECCE-4787-A5F3-EB2DB4613DC7}" dt="2026-10-04T15:23:29.213" v="1971"/>
          <ac:spMkLst>
            <pc:docMk/>
            <pc:sldMk cId="2959438608" sldId="278"/>
            <ac:spMk id="12" creationId="{61012302-3880-C5D1-8AE0-8A64963A018A}"/>
          </ac:spMkLst>
        </pc:spChg>
        <pc:spChg chg="add mod">
          <ac:chgData name="Phong Nguyen" userId="8c4fd242-a9b1-4744-aec7-800b28e7788a" providerId="ADAL" clId="{093EFADF-ECCE-4787-A5F3-EB2DB4613DC7}" dt="2026-10-04T15:23:29.275" v="1995"/>
          <ac:spMkLst>
            <pc:docMk/>
            <pc:sldMk cId="2959438608" sldId="278"/>
            <ac:spMk id="13" creationId="{155B290C-9492-7D7F-8F41-F4A33A7C0B40}"/>
          </ac:spMkLst>
        </pc:spChg>
        <pc:spChg chg="add mod">
          <ac:chgData name="Phong Nguyen" userId="8c4fd242-a9b1-4744-aec7-800b28e7788a" providerId="ADAL" clId="{093EFADF-ECCE-4787-A5F3-EB2DB4613DC7}" dt="2026-10-04T15:23:29.335" v="2019"/>
          <ac:spMkLst>
            <pc:docMk/>
            <pc:sldMk cId="2959438608" sldId="278"/>
            <ac:spMk id="14" creationId="{6C3F6365-16BE-2492-03AA-837E12D32E9C}"/>
          </ac:spMkLst>
        </pc:spChg>
        <pc:spChg chg="add mod">
          <ac:chgData name="Phong Nguyen" userId="8c4fd242-a9b1-4744-aec7-800b28e7788a" providerId="ADAL" clId="{093EFADF-ECCE-4787-A5F3-EB2DB4613DC7}" dt="2026-10-04T15:23:29.449" v="2046"/>
          <ac:spMkLst>
            <pc:docMk/>
            <pc:sldMk cId="2959438608" sldId="278"/>
            <ac:spMk id="18" creationId="{E283EDAD-12D0-43E1-0BA4-367B3864DF1A}"/>
          </ac:spMkLst>
        </pc:spChg>
        <pc:spChg chg="add mod">
          <ac:chgData name="Phong Nguyen" userId="8c4fd242-a9b1-4744-aec7-800b28e7788a" providerId="ADAL" clId="{093EFADF-ECCE-4787-A5F3-EB2DB4613DC7}" dt="2026-10-04T15:23:29.495" v="2049"/>
          <ac:spMkLst>
            <pc:docMk/>
            <pc:sldMk cId="2959438608" sldId="278"/>
            <ac:spMk id="19" creationId="{B0B473A2-BFD7-E752-09F7-524949260EC5}"/>
          </ac:spMkLst>
        </pc:spChg>
        <pc:spChg chg="add mod">
          <ac:chgData name="Phong Nguyen" userId="8c4fd242-a9b1-4744-aec7-800b28e7788a" providerId="ADAL" clId="{093EFADF-ECCE-4787-A5F3-EB2DB4613DC7}" dt="2026-10-04T15:23:29.545" v="2052"/>
          <ac:spMkLst>
            <pc:docMk/>
            <pc:sldMk cId="2959438608" sldId="278"/>
            <ac:spMk id="20" creationId="{0F92809F-F86B-5B3B-6832-DEE68915F921}"/>
          </ac:spMkLst>
        </pc:spChg>
        <pc:spChg chg="add mod">
          <ac:chgData name="Phong Nguyen" userId="8c4fd242-a9b1-4744-aec7-800b28e7788a" providerId="ADAL" clId="{093EFADF-ECCE-4787-A5F3-EB2DB4613DC7}" dt="2026-10-04T15:23:29.604" v="2055"/>
          <ac:spMkLst>
            <pc:docMk/>
            <pc:sldMk cId="2959438608" sldId="278"/>
            <ac:spMk id="21" creationId="{0483DDF5-9CCD-218F-6B1A-184E5323B755}"/>
          </ac:spMkLst>
        </pc:spChg>
        <pc:spChg chg="add mod">
          <ac:chgData name="Phong Nguyen" userId="8c4fd242-a9b1-4744-aec7-800b28e7788a" providerId="ADAL" clId="{093EFADF-ECCE-4787-A5F3-EB2DB4613DC7}" dt="2026-10-04T15:23:29.652" v="2058"/>
          <ac:spMkLst>
            <pc:docMk/>
            <pc:sldMk cId="2959438608" sldId="278"/>
            <ac:spMk id="22" creationId="{7B332ADF-F1D3-6071-E9CD-53ABFED623BE}"/>
          </ac:spMkLst>
        </pc:spChg>
        <pc:spChg chg="add mod">
          <ac:chgData name="Phong Nguyen" userId="8c4fd242-a9b1-4744-aec7-800b28e7788a" providerId="ADAL" clId="{093EFADF-ECCE-4787-A5F3-EB2DB4613DC7}" dt="2026-10-04T15:23:29.698" v="2061"/>
          <ac:spMkLst>
            <pc:docMk/>
            <pc:sldMk cId="2959438608" sldId="278"/>
            <ac:spMk id="23" creationId="{E607954C-E911-241F-8093-F8FCF7D8DA0B}"/>
          </ac:spMkLst>
        </pc:spChg>
        <pc:spChg chg="add mod">
          <ac:chgData name="Phong Nguyen" userId="8c4fd242-a9b1-4744-aec7-800b28e7788a" providerId="ADAL" clId="{093EFADF-ECCE-4787-A5F3-EB2DB4613DC7}" dt="2026-10-04T15:23:29.746" v="2064"/>
          <ac:spMkLst>
            <pc:docMk/>
            <pc:sldMk cId="2959438608" sldId="278"/>
            <ac:spMk id="24" creationId="{A20E4817-1210-45B5-46EF-E5964A43B441}"/>
          </ac:spMkLst>
        </pc:spChg>
        <pc:spChg chg="add mod">
          <ac:chgData name="Phong Nguyen" userId="8c4fd242-a9b1-4744-aec7-800b28e7788a" providerId="ADAL" clId="{093EFADF-ECCE-4787-A5F3-EB2DB4613DC7}" dt="2026-10-04T15:23:29.792" v="2067"/>
          <ac:spMkLst>
            <pc:docMk/>
            <pc:sldMk cId="2959438608" sldId="278"/>
            <ac:spMk id="25" creationId="{89531C94-57E6-28E7-F3EE-DE0BC18F6244}"/>
          </ac:spMkLst>
        </pc:spChg>
        <pc:spChg chg="add mod">
          <ac:chgData name="Phong Nguyen" userId="8c4fd242-a9b1-4744-aec7-800b28e7788a" providerId="ADAL" clId="{093EFADF-ECCE-4787-A5F3-EB2DB4613DC7}" dt="2026-10-04T15:23:29.852" v="2070"/>
          <ac:spMkLst>
            <pc:docMk/>
            <pc:sldMk cId="2959438608" sldId="278"/>
            <ac:spMk id="26" creationId="{FFE77C7B-7260-EBEB-182F-9D364C306E0E}"/>
          </ac:spMkLst>
        </pc:spChg>
        <pc:spChg chg="add mod">
          <ac:chgData name="Phong Nguyen" userId="8c4fd242-a9b1-4744-aec7-800b28e7788a" providerId="ADAL" clId="{093EFADF-ECCE-4787-A5F3-EB2DB4613DC7}" dt="2026-10-04T15:23:29.897" v="2073"/>
          <ac:spMkLst>
            <pc:docMk/>
            <pc:sldMk cId="2959438608" sldId="278"/>
            <ac:spMk id="27" creationId="{745CFAB6-A133-5400-03E6-56663162668B}"/>
          </ac:spMkLst>
        </pc:spChg>
        <pc:spChg chg="add mod">
          <ac:chgData name="Phong Nguyen" userId="8c4fd242-a9b1-4744-aec7-800b28e7788a" providerId="ADAL" clId="{093EFADF-ECCE-4787-A5F3-EB2DB4613DC7}" dt="2026-10-04T15:23:29.946" v="2076"/>
          <ac:spMkLst>
            <pc:docMk/>
            <pc:sldMk cId="2959438608" sldId="278"/>
            <ac:spMk id="28" creationId="{259CB254-B990-5871-4456-A70C8A35616F}"/>
          </ac:spMkLst>
        </pc:spChg>
        <pc:spChg chg="add mod">
          <ac:chgData name="Phong Nguyen" userId="8c4fd242-a9b1-4744-aec7-800b28e7788a" providerId="ADAL" clId="{093EFADF-ECCE-4787-A5F3-EB2DB4613DC7}" dt="2026-10-04T15:23:29.996" v="2079"/>
          <ac:spMkLst>
            <pc:docMk/>
            <pc:sldMk cId="2959438608" sldId="278"/>
            <ac:spMk id="29" creationId="{F198E005-F98B-089C-7FAE-16852B2DC364}"/>
          </ac:spMkLst>
        </pc:spChg>
        <pc:spChg chg="add mod">
          <ac:chgData name="Phong Nguyen" userId="8c4fd242-a9b1-4744-aec7-800b28e7788a" providerId="ADAL" clId="{093EFADF-ECCE-4787-A5F3-EB2DB4613DC7}" dt="2026-10-04T15:23:30.042" v="2082"/>
          <ac:spMkLst>
            <pc:docMk/>
            <pc:sldMk cId="2959438608" sldId="278"/>
            <ac:spMk id="30" creationId="{4FBC8825-0ED8-57AC-AFDE-B3BB84F34248}"/>
          </ac:spMkLst>
        </pc:spChg>
        <pc:spChg chg="add mod">
          <ac:chgData name="Phong Nguyen" userId="8c4fd242-a9b1-4744-aec7-800b28e7788a" providerId="ADAL" clId="{093EFADF-ECCE-4787-A5F3-EB2DB4613DC7}" dt="2026-10-04T15:23:30.112" v="2085"/>
          <ac:spMkLst>
            <pc:docMk/>
            <pc:sldMk cId="2959438608" sldId="278"/>
            <ac:spMk id="31" creationId="{B4D99919-862A-4DE9-FC01-504452BF2757}"/>
          </ac:spMkLst>
        </pc:spChg>
        <pc:spChg chg="add mod">
          <ac:chgData name="Phong Nguyen" userId="8c4fd242-a9b1-4744-aec7-800b28e7788a" providerId="ADAL" clId="{093EFADF-ECCE-4787-A5F3-EB2DB4613DC7}" dt="2026-10-04T15:23:30.165" v="2088"/>
          <ac:spMkLst>
            <pc:docMk/>
            <pc:sldMk cId="2959438608" sldId="278"/>
            <ac:spMk id="32" creationId="{0154023A-CF74-3C6A-18E4-C603EE875461}"/>
          </ac:spMkLst>
        </pc:spChg>
        <pc:spChg chg="add mod">
          <ac:chgData name="Phong Nguyen" userId="8c4fd242-a9b1-4744-aec7-800b28e7788a" providerId="ADAL" clId="{093EFADF-ECCE-4787-A5F3-EB2DB4613DC7}" dt="2026-10-04T15:23:30.212" v="2091"/>
          <ac:spMkLst>
            <pc:docMk/>
            <pc:sldMk cId="2959438608" sldId="278"/>
            <ac:spMk id="33" creationId="{5D4C244B-EB25-EE81-EB5F-3910A5BE4B7C}"/>
          </ac:spMkLst>
        </pc:spChg>
        <pc:spChg chg="add mod">
          <ac:chgData name="Phong Nguyen" userId="8c4fd242-a9b1-4744-aec7-800b28e7788a" providerId="ADAL" clId="{093EFADF-ECCE-4787-A5F3-EB2DB4613DC7}" dt="2026-10-04T15:23:30.266" v="2094"/>
          <ac:spMkLst>
            <pc:docMk/>
            <pc:sldMk cId="2959438608" sldId="278"/>
            <ac:spMk id="34" creationId="{CA6AA018-2FC5-33D7-4869-7B2A2002D37A}"/>
          </ac:spMkLst>
        </pc:spChg>
        <pc:spChg chg="add mod">
          <ac:chgData name="Phong Nguyen" userId="8c4fd242-a9b1-4744-aec7-800b28e7788a" providerId="ADAL" clId="{093EFADF-ECCE-4787-A5F3-EB2DB4613DC7}" dt="2026-10-05T14:47:39.979" v="2806"/>
          <ac:spMkLst>
            <pc:docMk/>
            <pc:sldMk cId="2959438608" sldId="278"/>
            <ac:spMk id="35" creationId="{8C5B43B7-AFCF-9C74-39E2-A7559AC58345}"/>
          </ac:spMkLst>
        </pc:spChg>
        <pc:spChg chg="add mod">
          <ac:chgData name="Phong Nguyen" userId="8c4fd242-a9b1-4744-aec7-800b28e7788a" providerId="ADAL" clId="{093EFADF-ECCE-4787-A5F3-EB2DB4613DC7}" dt="2026-10-05T14:47:40" v="2811"/>
          <ac:spMkLst>
            <pc:docMk/>
            <pc:sldMk cId="2959438608" sldId="278"/>
            <ac:spMk id="36" creationId="{FB932858-AB26-D74E-B401-3BBC0D8C5E88}"/>
          </ac:spMkLst>
        </pc:spChg>
        <pc:spChg chg="add mod">
          <ac:chgData name="Phong Nguyen" userId="8c4fd242-a9b1-4744-aec7-800b28e7788a" providerId="ADAL" clId="{093EFADF-ECCE-4787-A5F3-EB2DB4613DC7}" dt="2026-10-05T14:47:40.027" v="2816"/>
          <ac:spMkLst>
            <pc:docMk/>
            <pc:sldMk cId="2959438608" sldId="278"/>
            <ac:spMk id="37" creationId="{72973A76-7436-E6BF-FC33-3BBC3837E12C}"/>
          </ac:spMkLst>
        </pc:spChg>
        <pc:spChg chg="add mod">
          <ac:chgData name="Phong Nguyen" userId="8c4fd242-a9b1-4744-aec7-800b28e7788a" providerId="ADAL" clId="{093EFADF-ECCE-4787-A5F3-EB2DB4613DC7}" dt="2026-10-05T14:47:40.050" v="2821"/>
          <ac:spMkLst>
            <pc:docMk/>
            <pc:sldMk cId="2959438608" sldId="278"/>
            <ac:spMk id="38" creationId="{C7436290-1C1D-2E2F-002A-42EC13EA4B50}"/>
          </ac:spMkLst>
        </pc:spChg>
        <pc:spChg chg="add mod">
          <ac:chgData name="Phong Nguyen" userId="8c4fd242-a9b1-4744-aec7-800b28e7788a" providerId="ADAL" clId="{093EFADF-ECCE-4787-A5F3-EB2DB4613DC7}" dt="2026-10-05T14:47:40.077" v="2826"/>
          <ac:spMkLst>
            <pc:docMk/>
            <pc:sldMk cId="2959438608" sldId="278"/>
            <ac:spMk id="39" creationId="{71DA854F-8FB3-EE44-D786-DE3188483ED7}"/>
          </ac:spMkLst>
        </pc:spChg>
        <pc:spChg chg="add mod">
          <ac:chgData name="Phong Nguyen" userId="8c4fd242-a9b1-4744-aec7-800b28e7788a" providerId="ADAL" clId="{093EFADF-ECCE-4787-A5F3-EB2DB4613DC7}" dt="2026-10-05T14:47:40.102" v="2831"/>
          <ac:spMkLst>
            <pc:docMk/>
            <pc:sldMk cId="2959438608" sldId="278"/>
            <ac:spMk id="40" creationId="{9B1A52BF-B4AC-2C6C-4B9A-E9A87DA74F76}"/>
          </ac:spMkLst>
        </pc:spChg>
        <pc:spChg chg="add mod">
          <ac:chgData name="Phong Nguyen" userId="8c4fd242-a9b1-4744-aec7-800b28e7788a" providerId="ADAL" clId="{093EFADF-ECCE-4787-A5F3-EB2DB4613DC7}" dt="2026-10-05T14:47:40.190" v="2833"/>
          <ac:spMkLst>
            <pc:docMk/>
            <pc:sldMk cId="2959438608" sldId="278"/>
            <ac:spMk id="41" creationId="{8DAC6EED-FA78-F108-0DF4-0952B79F190D}"/>
          </ac:spMkLst>
        </pc:spChg>
        <pc:cxnChg chg="add mod">
          <ac:chgData name="Phong Nguyen" userId="8c4fd242-a9b1-4744-aec7-800b28e7788a" providerId="ADAL" clId="{093EFADF-ECCE-4787-A5F3-EB2DB4613DC7}" dt="2026-10-04T15:23:29.356" v="2027"/>
          <ac:cxnSpMkLst>
            <pc:docMk/>
            <pc:sldMk cId="2959438608" sldId="278"/>
            <ac:cxnSpMk id="15" creationId="{21A88093-6BF5-173B-E72B-D49DE2908B84}"/>
          </ac:cxnSpMkLst>
        </pc:cxnChg>
        <pc:cxnChg chg="add mod">
          <ac:chgData name="Phong Nguyen" userId="8c4fd242-a9b1-4744-aec7-800b28e7788a" providerId="ADAL" clId="{093EFADF-ECCE-4787-A5F3-EB2DB4613DC7}" dt="2026-10-04T15:23:29.378" v="2035"/>
          <ac:cxnSpMkLst>
            <pc:docMk/>
            <pc:sldMk cId="2959438608" sldId="278"/>
            <ac:cxnSpMk id="16" creationId="{6E5D8AC8-1872-C657-634C-17BE70EB191E}"/>
          </ac:cxnSpMkLst>
        </pc:cxnChg>
        <pc:cxnChg chg="add mod">
          <ac:chgData name="Phong Nguyen" userId="8c4fd242-a9b1-4744-aec7-800b28e7788a" providerId="ADAL" clId="{093EFADF-ECCE-4787-A5F3-EB2DB4613DC7}" dt="2026-10-04T15:23:29.400" v="2043"/>
          <ac:cxnSpMkLst>
            <pc:docMk/>
            <pc:sldMk cId="2959438608" sldId="278"/>
            <ac:cxnSpMk id="17" creationId="{CE0FBB1C-F782-0A8D-29A1-19C485D6FAB5}"/>
          </ac:cxnSpMkLst>
        </pc:cxnChg>
      </pc:sldChg>
      <pc:sldChg chg="addSp modSp add">
        <pc:chgData name="Phong Nguyen" userId="8c4fd242-a9b1-4744-aec7-800b28e7788a" providerId="ADAL" clId="{093EFADF-ECCE-4787-A5F3-EB2DB4613DC7}" dt="2026-10-05T14:47:42.997" v="3153"/>
        <pc:sldMkLst>
          <pc:docMk/>
          <pc:sldMk cId="915307522" sldId="279"/>
        </pc:sldMkLst>
        <pc:spChg chg="add mod">
          <ac:chgData name="Phong Nguyen" userId="8c4fd242-a9b1-4744-aec7-800b28e7788a" providerId="ADAL" clId="{093EFADF-ECCE-4787-A5F3-EB2DB4613DC7}" dt="2026-10-05T14:41:41.296" v="2377"/>
          <ac:spMkLst>
            <pc:docMk/>
            <pc:sldMk cId="915307522" sldId="279"/>
            <ac:spMk id="2" creationId="{EA870778-D95B-6613-24A5-53BC895F4DF6}"/>
          </ac:spMkLst>
        </pc:spChg>
        <pc:spChg chg="add mod">
          <ac:chgData name="Phong Nguyen" userId="8c4fd242-a9b1-4744-aec7-800b28e7788a" providerId="ADAL" clId="{093EFADF-ECCE-4787-A5F3-EB2DB4613DC7}" dt="2026-10-05T14:41:41.713" v="2401"/>
          <ac:spMkLst>
            <pc:docMk/>
            <pc:sldMk cId="915307522" sldId="279"/>
            <ac:spMk id="3" creationId="{74BF055F-3BC9-0256-24B8-32FFEB013D1F}"/>
          </ac:spMkLst>
        </pc:spChg>
        <pc:spChg chg="add mod">
          <ac:chgData name="Phong Nguyen" userId="8c4fd242-a9b1-4744-aec7-800b28e7788a" providerId="ADAL" clId="{093EFADF-ECCE-4787-A5F3-EB2DB4613DC7}" dt="2026-10-05T14:41:41.786" v="2425"/>
          <ac:spMkLst>
            <pc:docMk/>
            <pc:sldMk cId="915307522" sldId="279"/>
            <ac:spMk id="4" creationId="{06C4CA3F-66BD-EDA5-CDEA-4FFEFBA577B2}"/>
          </ac:spMkLst>
        </pc:spChg>
        <pc:spChg chg="add mod">
          <ac:chgData name="Phong Nguyen" userId="8c4fd242-a9b1-4744-aec7-800b28e7788a" providerId="ADAL" clId="{093EFADF-ECCE-4787-A5F3-EB2DB4613DC7}" dt="2026-10-05T14:41:41.849" v="2449"/>
          <ac:spMkLst>
            <pc:docMk/>
            <pc:sldMk cId="915307522" sldId="279"/>
            <ac:spMk id="5" creationId="{A3C2444A-19F7-70E3-8414-8628C5CC64E3}"/>
          </ac:spMkLst>
        </pc:spChg>
        <pc:spChg chg="add mod">
          <ac:chgData name="Phong Nguyen" userId="8c4fd242-a9b1-4744-aec7-800b28e7788a" providerId="ADAL" clId="{093EFADF-ECCE-4787-A5F3-EB2DB4613DC7}" dt="2026-10-05T14:41:41.932" v="2473"/>
          <ac:spMkLst>
            <pc:docMk/>
            <pc:sldMk cId="915307522" sldId="279"/>
            <ac:spMk id="6" creationId="{5DA5CC31-14EB-7E0F-7EF0-C89697937315}"/>
          </ac:spMkLst>
        </pc:spChg>
        <pc:spChg chg="add mod">
          <ac:chgData name="Phong Nguyen" userId="8c4fd242-a9b1-4744-aec7-800b28e7788a" providerId="ADAL" clId="{093EFADF-ECCE-4787-A5F3-EB2DB4613DC7}" dt="2026-10-05T14:41:42" v="2497"/>
          <ac:spMkLst>
            <pc:docMk/>
            <pc:sldMk cId="915307522" sldId="279"/>
            <ac:spMk id="7" creationId="{8FDAB8E5-6401-FBBE-8723-1E1B23C79B40}"/>
          </ac:spMkLst>
        </pc:spChg>
        <pc:spChg chg="add mod">
          <ac:chgData name="Phong Nguyen" userId="8c4fd242-a9b1-4744-aec7-800b28e7788a" providerId="ADAL" clId="{093EFADF-ECCE-4787-A5F3-EB2DB4613DC7}" dt="2026-10-05T14:41:42.069" v="2521"/>
          <ac:spMkLst>
            <pc:docMk/>
            <pc:sldMk cId="915307522" sldId="279"/>
            <ac:spMk id="8" creationId="{C365BCF7-BF1A-0460-426D-74AA8E79463D}"/>
          </ac:spMkLst>
        </pc:spChg>
        <pc:spChg chg="add mod">
          <ac:chgData name="Phong Nguyen" userId="8c4fd242-a9b1-4744-aec7-800b28e7788a" providerId="ADAL" clId="{093EFADF-ECCE-4787-A5F3-EB2DB4613DC7}" dt="2026-10-05T14:41:42.174" v="2524"/>
          <ac:spMkLst>
            <pc:docMk/>
            <pc:sldMk cId="915307522" sldId="279"/>
            <ac:spMk id="9" creationId="{B59545AA-CBF4-6C44-ABE1-BEB11EE0DFE4}"/>
          </ac:spMkLst>
        </pc:spChg>
        <pc:spChg chg="add mod">
          <ac:chgData name="Phong Nguyen" userId="8c4fd242-a9b1-4744-aec7-800b28e7788a" providerId="ADAL" clId="{093EFADF-ECCE-4787-A5F3-EB2DB4613DC7}" dt="2026-10-05T14:41:42.232" v="2527"/>
          <ac:spMkLst>
            <pc:docMk/>
            <pc:sldMk cId="915307522" sldId="279"/>
            <ac:spMk id="10" creationId="{EBE05F2E-B835-90E3-7A48-A24807100148}"/>
          </ac:spMkLst>
        </pc:spChg>
        <pc:spChg chg="add mod">
          <ac:chgData name="Phong Nguyen" userId="8c4fd242-a9b1-4744-aec7-800b28e7788a" providerId="ADAL" clId="{093EFADF-ECCE-4787-A5F3-EB2DB4613DC7}" dt="2026-10-05T14:41:42.288" v="2530"/>
          <ac:spMkLst>
            <pc:docMk/>
            <pc:sldMk cId="915307522" sldId="279"/>
            <ac:spMk id="11" creationId="{3702C646-8FEE-9C69-B7F4-959D604105EB}"/>
          </ac:spMkLst>
        </pc:spChg>
        <pc:spChg chg="add mod">
          <ac:chgData name="Phong Nguyen" userId="8c4fd242-a9b1-4744-aec7-800b28e7788a" providerId="ADAL" clId="{093EFADF-ECCE-4787-A5F3-EB2DB4613DC7}" dt="2026-10-05T14:41:42.348" v="2533"/>
          <ac:spMkLst>
            <pc:docMk/>
            <pc:sldMk cId="915307522" sldId="279"/>
            <ac:spMk id="12" creationId="{6114A2D8-9803-E61D-F2C3-B30C4C98054C}"/>
          </ac:spMkLst>
        </pc:spChg>
        <pc:spChg chg="add mod">
          <ac:chgData name="Phong Nguyen" userId="8c4fd242-a9b1-4744-aec7-800b28e7788a" providerId="ADAL" clId="{093EFADF-ECCE-4787-A5F3-EB2DB4613DC7}" dt="2026-10-05T14:41:42.408" v="2536"/>
          <ac:spMkLst>
            <pc:docMk/>
            <pc:sldMk cId="915307522" sldId="279"/>
            <ac:spMk id="13" creationId="{F4C52612-6B01-14A1-096B-E31915B5BDCB}"/>
          </ac:spMkLst>
        </pc:spChg>
        <pc:spChg chg="add mod">
          <ac:chgData name="Phong Nguyen" userId="8c4fd242-a9b1-4744-aec7-800b28e7788a" providerId="ADAL" clId="{093EFADF-ECCE-4787-A5F3-EB2DB4613DC7}" dt="2026-10-05T14:41:42.484" v="2539"/>
          <ac:spMkLst>
            <pc:docMk/>
            <pc:sldMk cId="915307522" sldId="279"/>
            <ac:spMk id="14" creationId="{C57FF619-7FF9-1562-1CD8-4636523C792B}"/>
          </ac:spMkLst>
        </pc:spChg>
        <pc:spChg chg="add mod">
          <ac:chgData name="Phong Nguyen" userId="8c4fd242-a9b1-4744-aec7-800b28e7788a" providerId="ADAL" clId="{093EFADF-ECCE-4787-A5F3-EB2DB4613DC7}" dt="2026-10-05T14:41:42.542" v="2542"/>
          <ac:spMkLst>
            <pc:docMk/>
            <pc:sldMk cId="915307522" sldId="279"/>
            <ac:spMk id="15" creationId="{D2F9E856-CF9C-740F-480F-E7ED9848B382}"/>
          </ac:spMkLst>
        </pc:spChg>
        <pc:spChg chg="add mod">
          <ac:chgData name="Phong Nguyen" userId="8c4fd242-a9b1-4744-aec7-800b28e7788a" providerId="ADAL" clId="{093EFADF-ECCE-4787-A5F3-EB2DB4613DC7}" dt="2026-10-05T14:47:42.723" v="3126"/>
          <ac:spMkLst>
            <pc:docMk/>
            <pc:sldMk cId="915307522" sldId="279"/>
            <ac:spMk id="18" creationId="{24DEBB80-BC58-600E-B907-CA616BC2809A}"/>
          </ac:spMkLst>
        </pc:spChg>
        <pc:spChg chg="add mod">
          <ac:chgData name="Phong Nguyen" userId="8c4fd242-a9b1-4744-aec7-800b28e7788a" providerId="ADAL" clId="{093EFADF-ECCE-4787-A5F3-EB2DB4613DC7}" dt="2026-10-05T14:47:42.807" v="3131"/>
          <ac:spMkLst>
            <pc:docMk/>
            <pc:sldMk cId="915307522" sldId="279"/>
            <ac:spMk id="19" creationId="{1AEFDA17-548D-F3DD-1FDE-362C8ED33702}"/>
          </ac:spMkLst>
        </pc:spChg>
        <pc:spChg chg="add mod">
          <ac:chgData name="Phong Nguyen" userId="8c4fd242-a9b1-4744-aec7-800b28e7788a" providerId="ADAL" clId="{093EFADF-ECCE-4787-A5F3-EB2DB4613DC7}" dt="2026-10-05T14:47:42.830" v="3136"/>
          <ac:spMkLst>
            <pc:docMk/>
            <pc:sldMk cId="915307522" sldId="279"/>
            <ac:spMk id="20" creationId="{AC65228E-B164-E7B0-1F13-C746BEFF0F7F}"/>
          </ac:spMkLst>
        </pc:spChg>
        <pc:spChg chg="add mod">
          <ac:chgData name="Phong Nguyen" userId="8c4fd242-a9b1-4744-aec7-800b28e7788a" providerId="ADAL" clId="{093EFADF-ECCE-4787-A5F3-EB2DB4613DC7}" dt="2026-10-05T14:47:42.852" v="3141"/>
          <ac:spMkLst>
            <pc:docMk/>
            <pc:sldMk cId="915307522" sldId="279"/>
            <ac:spMk id="21" creationId="{9F1573F5-F4E4-32A4-5D74-B64256434835}"/>
          </ac:spMkLst>
        </pc:spChg>
        <pc:spChg chg="add mod">
          <ac:chgData name="Phong Nguyen" userId="8c4fd242-a9b1-4744-aec7-800b28e7788a" providerId="ADAL" clId="{093EFADF-ECCE-4787-A5F3-EB2DB4613DC7}" dt="2026-10-05T14:47:42.874" v="3146"/>
          <ac:spMkLst>
            <pc:docMk/>
            <pc:sldMk cId="915307522" sldId="279"/>
            <ac:spMk id="22" creationId="{C48B0026-665D-7EF3-D685-BF58F50A4CD6}"/>
          </ac:spMkLst>
        </pc:spChg>
        <pc:spChg chg="add mod">
          <ac:chgData name="Phong Nguyen" userId="8c4fd242-a9b1-4744-aec7-800b28e7788a" providerId="ADAL" clId="{093EFADF-ECCE-4787-A5F3-EB2DB4613DC7}" dt="2026-10-05T14:47:42.917" v="3151"/>
          <ac:spMkLst>
            <pc:docMk/>
            <pc:sldMk cId="915307522" sldId="279"/>
            <ac:spMk id="23" creationId="{9BECF5EF-8919-26D8-B587-E68631BCF76E}"/>
          </ac:spMkLst>
        </pc:spChg>
        <pc:spChg chg="add mod">
          <ac:chgData name="Phong Nguyen" userId="8c4fd242-a9b1-4744-aec7-800b28e7788a" providerId="ADAL" clId="{093EFADF-ECCE-4787-A5F3-EB2DB4613DC7}" dt="2026-10-05T14:47:42.997" v="3153"/>
          <ac:spMkLst>
            <pc:docMk/>
            <pc:sldMk cId="915307522" sldId="279"/>
            <ac:spMk id="24" creationId="{A1CA22F2-86B0-DEEB-4C41-30512681867E}"/>
          </ac:spMkLst>
        </pc:spChg>
        <pc:picChg chg="add mod">
          <ac:chgData name="Phong Nguyen" userId="8c4fd242-a9b1-4744-aec7-800b28e7788a" providerId="ADAL" clId="{093EFADF-ECCE-4787-A5F3-EB2DB4613DC7}" dt="2026-10-05T14:41:42.747" v="2545"/>
          <ac:picMkLst>
            <pc:docMk/>
            <pc:sldMk cId="915307522" sldId="279"/>
            <ac:picMk id="17" creationId="{021E23DF-3EB7-F309-A3C8-816AB9C96C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F4E3C-FA96-4C48-8FC6-E727BC4C769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15F22-00E3-4A07-93E7-068F1A04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1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Chuẩn bị trước demo:</a:t>
            </a:r>
          </a:p>
          <a:p>
            <a:r>
              <a:rPr lang="vi-VN"/>
              <a:t>- Bật server + MongoDB, kiểm tra thiết bị online (hoặc thiết bị ảo trên dashboard)</a:t>
            </a:r>
          </a:p>
          <a:p>
            <a:r>
              <a:rPr lang="vi-VN"/>
              <a:t>- Mở sẵn app/dashboard và khung chat AI</a:t>
            </a:r>
          </a:p>
          <a:p>
            <a:r>
              <a:rPr lang="vi-VN"/>
              <a:t>- Nếu dùng Quick Tunnel: URL đổi mỗi lần khởi động lại, cập nhật trước khi demo</a:t>
            </a:r>
          </a:p>
          <a:p>
            <a:r>
              <a:rPr lang="vi-VN"/>
              <a:t>- Có sẵn video quay trước để dự phòng khi mạng/tunnel lỗi</a:t>
            </a:r>
          </a:p>
          <a:p>
            <a:endParaRPr lang="vi-VN"/>
          </a:p>
          <a:p>
            <a:r>
              <a:rPr lang="vi-VN"/>
              <a:t>Phần 1 - Thủ công: chuyển sang chế độ manual trước. Nếu đang auto mà đất trên ngưỡng tắt, server sẽ tự tắt bơm ở lần telemetry kế tiếp (~10 giây).</a:t>
            </a:r>
          </a:p>
          <a:p>
            <a:r>
              <a:rPr lang="vi-VN"/>
              <a:t>Phần 2 - Auto: chuyển lại auto, đặt soil_on_pct cao hơn độ ẩm hiện tại. Nếu bơm vừa tưới xong, thời gian nghỉ (pump_cooldown_s) có thể chặn bật lại.</a:t>
            </a:r>
          </a:p>
          <a:p>
            <a:r>
              <a:rPr lang="vi-VN"/>
              <a:t>Phần 3 - AI: hỏi tình trạng cây trước, rồi ra lệnh tưới.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5F22-00E3-4A07-93E7-068F1A04AC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playwright-mcp" TargetMode="External"/><Relationship Id="rId2" Type="http://schemas.openxmlformats.org/officeDocument/2006/relationships/hyperlink" Target="https://support.atlassian.com/atlassian-ai-gateway/docs/supported-tools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5" b="-148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86207" y="3160535"/>
            <a:ext cx="14115585" cy="3978880"/>
            <a:chOff x="0" y="0"/>
            <a:chExt cx="18820780" cy="530517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8820780" cy="3677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25"/>
                </a:lnSpc>
              </a:pPr>
              <a:r>
                <a:rPr lang="en-US" sz="9028" b="1" i="1" spc="216">
                  <a:gradFill>
                    <a:gsLst>
                      <a:gs pos="0">
                        <a:srgbClr val="FFDE59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SMART</a:t>
              </a:r>
              <a:r>
                <a:rPr lang="en-US" sz="9028" b="1" i="1" spc="216">
                  <a:solidFill>
                    <a:srgbClr val="FFFFFF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 </a:t>
              </a:r>
              <a:r>
                <a:rPr lang="en-US" sz="9028" b="1" spc="216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PLANT CARE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606673"/>
              <a:ext cx="18820780" cy="69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3499" spc="174">
                  <a:gradFill>
                    <a:gsLst>
                      <a:gs pos="0">
                        <a:srgbClr val="FFF7AD">
                          <a:alpha val="100000"/>
                        </a:srgbClr>
                      </a:gs>
                      <a:gs pos="100000">
                        <a:srgbClr val="FFA9F9">
                          <a:alpha val="100000"/>
                        </a:srgbClr>
                      </a:gs>
                    </a:gsLst>
                    <a:lin ang="0"/>
                  </a:gradFill>
                  <a:latin typeface="Montserrat"/>
                  <a:ea typeface="Montserrat"/>
                  <a:cs typeface="Montserrat"/>
                  <a:sym typeface="Montserrat"/>
                </a:rPr>
                <a:t>Rảnh tay cây vẫn khỏe - </a:t>
              </a:r>
              <a:r>
                <a:rPr lang="en-US" sz="3499" b="1" spc="174">
                  <a:gradFill>
                    <a:gsLst>
                      <a:gs pos="0">
                        <a:srgbClr val="FFF7AD">
                          <a:alpha val="100000"/>
                        </a:srgbClr>
                      </a:gs>
                      <a:gs pos="100000">
                        <a:srgbClr val="FFA9F9">
                          <a:alpha val="100000"/>
                        </a:srgbClr>
                      </a:gs>
                    </a:gsLst>
                    <a:lin ang="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MCP SERVER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2957996" cy="881853"/>
          </a:xfrm>
          <a:custGeom>
            <a:avLst/>
            <a:gdLst/>
            <a:ahLst/>
            <a:cxnLst/>
            <a:rect l="l" t="t" r="r" b="b"/>
            <a:pathLst>
              <a:path w="2957996" h="881853">
                <a:moveTo>
                  <a:pt x="0" y="0"/>
                </a:moveTo>
                <a:lnTo>
                  <a:pt x="2957996" y="0"/>
                </a:lnTo>
                <a:lnTo>
                  <a:pt x="2957996" y="881853"/>
                </a:lnTo>
                <a:lnTo>
                  <a:pt x="0" y="881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274520" y="7368665"/>
            <a:ext cx="3738960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0097B2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Người Trình Bày - Thanh Phong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ECAC763A-EF01-9C34-81CE-F5E4E78B4F26}"/>
              </a:ext>
            </a:extLst>
          </p:cNvPr>
          <p:cNvSpPr txBox="1"/>
          <p:nvPr/>
        </p:nvSpPr>
        <p:spPr>
          <a:xfrm>
            <a:off x="1028700" y="1038225"/>
            <a:ext cx="114300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</a:rPr>
              <a:t>Nội dung</a:t>
            </a:r>
          </a:p>
        </p:txBody>
      </p:sp>
      <p:sp>
        <p:nvSpPr>
          <p:cNvPr id="3" name="Badge 1">
            <a:extLst>
              <a:ext uri="{FF2B5EF4-FFF2-40B4-BE49-F238E27FC236}">
                <a16:creationId xmlns:a16="http://schemas.microsoft.com/office/drawing/2014/main" id="{5A17EBBA-4E56-2613-F78B-D7246A159181}"/>
              </a:ext>
            </a:extLst>
          </p:cNvPr>
          <p:cNvSpPr/>
          <p:nvPr/>
        </p:nvSpPr>
        <p:spPr>
          <a:xfrm>
            <a:off x="1028700" y="2692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01</a:t>
            </a:r>
          </a:p>
        </p:txBody>
      </p:sp>
      <p:sp>
        <p:nvSpPr>
          <p:cNvPr id="4" name="Agenda 1">
            <a:extLst>
              <a:ext uri="{FF2B5EF4-FFF2-40B4-BE49-F238E27FC236}">
                <a16:creationId xmlns:a16="http://schemas.microsoft.com/office/drawing/2014/main" id="{4C3BFE98-BF9B-6EB8-0844-BF81BF920BAC}"/>
              </a:ext>
            </a:extLst>
          </p:cNvPr>
          <p:cNvSpPr txBox="1"/>
          <p:nvPr/>
        </p:nvSpPr>
        <p:spPr>
          <a:xfrm>
            <a:off x="2489200" y="2692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Bài toán</a:t>
            </a:r>
          </a:p>
        </p:txBody>
      </p:sp>
      <p:sp>
        <p:nvSpPr>
          <p:cNvPr id="5" name="Badge 2">
            <a:extLst>
              <a:ext uri="{FF2B5EF4-FFF2-40B4-BE49-F238E27FC236}">
                <a16:creationId xmlns:a16="http://schemas.microsoft.com/office/drawing/2014/main" id="{EEAD0068-4614-D8CC-49D3-8781EB32AEE2}"/>
              </a:ext>
            </a:extLst>
          </p:cNvPr>
          <p:cNvSpPr/>
          <p:nvPr/>
        </p:nvSpPr>
        <p:spPr>
          <a:xfrm>
            <a:off x="1028700" y="3835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02</a:t>
            </a:r>
          </a:p>
        </p:txBody>
      </p:sp>
      <p:sp>
        <p:nvSpPr>
          <p:cNvPr id="6" name="Agenda 2">
            <a:extLst>
              <a:ext uri="{FF2B5EF4-FFF2-40B4-BE49-F238E27FC236}">
                <a16:creationId xmlns:a16="http://schemas.microsoft.com/office/drawing/2014/main" id="{0900780F-1CE6-18D6-86F4-37897EAE99C3}"/>
              </a:ext>
            </a:extLst>
          </p:cNvPr>
          <p:cNvSpPr txBox="1"/>
          <p:nvPr/>
        </p:nvSpPr>
        <p:spPr>
          <a:xfrm>
            <a:off x="2489200" y="3835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Kiến trúc hệ thống IoT</a:t>
            </a:r>
          </a:p>
        </p:txBody>
      </p:sp>
      <p:sp>
        <p:nvSpPr>
          <p:cNvPr id="7" name="Badge 3">
            <a:extLst>
              <a:ext uri="{FF2B5EF4-FFF2-40B4-BE49-F238E27FC236}">
                <a16:creationId xmlns:a16="http://schemas.microsoft.com/office/drawing/2014/main" id="{EC89AA0A-8B81-5ADF-90E4-72F495D0EED3}"/>
              </a:ext>
            </a:extLst>
          </p:cNvPr>
          <p:cNvSpPr/>
          <p:nvPr/>
        </p:nvSpPr>
        <p:spPr>
          <a:xfrm>
            <a:off x="1028700" y="4978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03</a:t>
            </a:r>
          </a:p>
        </p:txBody>
      </p:sp>
      <p:sp>
        <p:nvSpPr>
          <p:cNvPr id="8" name="Agenda 3">
            <a:extLst>
              <a:ext uri="{FF2B5EF4-FFF2-40B4-BE49-F238E27FC236}">
                <a16:creationId xmlns:a16="http://schemas.microsoft.com/office/drawing/2014/main" id="{28483B14-5056-6423-9975-BD954E23E191}"/>
              </a:ext>
            </a:extLst>
          </p:cNvPr>
          <p:cNvSpPr txBox="1"/>
          <p:nvPr/>
        </p:nvSpPr>
        <p:spPr>
          <a:xfrm>
            <a:off x="2489200" y="4978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3600">
                <a:solidFill>
                  <a:srgbClr val="5A7745"/>
                </a:solidFill>
                <a:latin typeface="Noto Sans" panose="020B0502040504020204" pitchFamily="34" charset="0"/>
              </a:rPr>
              <a:t>Chế độ auto: tưới theo ngưỡng</a:t>
            </a:r>
            <a:endParaRPr lang="en-US" sz="36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9" name="Badge 4">
            <a:extLst>
              <a:ext uri="{FF2B5EF4-FFF2-40B4-BE49-F238E27FC236}">
                <a16:creationId xmlns:a16="http://schemas.microsoft.com/office/drawing/2014/main" id="{3B6DEEE5-ED7C-1A09-472D-73998889DC86}"/>
              </a:ext>
            </a:extLst>
          </p:cNvPr>
          <p:cNvSpPr/>
          <p:nvPr/>
        </p:nvSpPr>
        <p:spPr>
          <a:xfrm>
            <a:off x="1028700" y="6121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04</a:t>
            </a:r>
          </a:p>
        </p:txBody>
      </p:sp>
      <p:sp>
        <p:nvSpPr>
          <p:cNvPr id="10" name="Agenda 4">
            <a:extLst>
              <a:ext uri="{FF2B5EF4-FFF2-40B4-BE49-F238E27FC236}">
                <a16:creationId xmlns:a16="http://schemas.microsoft.com/office/drawing/2014/main" id="{2D0607E0-9EA5-5792-BF41-F2AC5F6DCC5F}"/>
              </a:ext>
            </a:extLst>
          </p:cNvPr>
          <p:cNvSpPr txBox="1"/>
          <p:nvPr/>
        </p:nvSpPr>
        <p:spPr>
          <a:xfrm>
            <a:off x="2489200" y="6121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MCP Server: AI điều khiển thiết bị bằng lời nói</a:t>
            </a:r>
          </a:p>
        </p:txBody>
      </p:sp>
      <p:sp>
        <p:nvSpPr>
          <p:cNvPr id="11" name="Badge 5">
            <a:extLst>
              <a:ext uri="{FF2B5EF4-FFF2-40B4-BE49-F238E27FC236}">
                <a16:creationId xmlns:a16="http://schemas.microsoft.com/office/drawing/2014/main" id="{C2525A79-E343-2A0C-E1E5-F1A885AE0059}"/>
              </a:ext>
            </a:extLst>
          </p:cNvPr>
          <p:cNvSpPr/>
          <p:nvPr/>
        </p:nvSpPr>
        <p:spPr>
          <a:xfrm>
            <a:off x="1028700" y="7264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05</a:t>
            </a:r>
          </a:p>
        </p:txBody>
      </p:sp>
      <p:sp>
        <p:nvSpPr>
          <p:cNvPr id="12" name="Agenda 5">
            <a:extLst>
              <a:ext uri="{FF2B5EF4-FFF2-40B4-BE49-F238E27FC236}">
                <a16:creationId xmlns:a16="http://schemas.microsoft.com/office/drawing/2014/main" id="{044E3EC6-B0FA-AC40-21BB-A0C2062FBB21}"/>
              </a:ext>
            </a:extLst>
          </p:cNvPr>
          <p:cNvSpPr txBox="1"/>
          <p:nvPr/>
        </p:nvSpPr>
        <p:spPr>
          <a:xfrm>
            <a:off x="2489200" y="7264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Demo</a:t>
            </a:r>
          </a:p>
        </p:txBody>
      </p:sp>
      <p:sp>
        <p:nvSpPr>
          <p:cNvPr id="2" name="Badge 6">
            <a:extLst>
              <a:ext uri="{FF2B5EF4-FFF2-40B4-BE49-F238E27FC236}">
                <a16:creationId xmlns:a16="http://schemas.microsoft.com/office/drawing/2014/main" id="{FC215C39-48B5-6CC2-FA72-1DE2ADC133D2}"/>
              </a:ext>
            </a:extLst>
          </p:cNvPr>
          <p:cNvSpPr/>
          <p:nvPr/>
        </p:nvSpPr>
        <p:spPr>
          <a:xfrm>
            <a:off x="1028700" y="840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06</a:t>
            </a:r>
          </a:p>
        </p:txBody>
      </p:sp>
      <p:sp>
        <p:nvSpPr>
          <p:cNvPr id="14" name="Agenda 6">
            <a:extLst>
              <a:ext uri="{FF2B5EF4-FFF2-40B4-BE49-F238E27FC236}">
                <a16:creationId xmlns:a16="http://schemas.microsoft.com/office/drawing/2014/main" id="{C6E687DD-8C60-32DD-12B6-4A71BDCAB293}"/>
              </a:ext>
            </a:extLst>
          </p:cNvPr>
          <p:cNvSpPr txBox="1"/>
          <p:nvPr/>
        </p:nvSpPr>
        <p:spPr>
          <a:xfrm>
            <a:off x="2489200" y="8407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Áp dụng MCP vào công việc</a:t>
            </a:r>
          </a:p>
        </p:txBody>
      </p:sp>
    </p:spTree>
    <p:extLst>
      <p:ext uri="{BB962C8B-B14F-4D97-AF65-F5344CB8AC3E}">
        <p14:creationId xmlns:p14="http://schemas.microsoft.com/office/powerpoint/2010/main" val="51903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A89FCAAB-DD5D-36FD-D444-1BBD0744E7D1}"/>
              </a:ext>
            </a:extLst>
          </p:cNvPr>
          <p:cNvSpPr txBox="1"/>
          <p:nvPr/>
        </p:nvSpPr>
        <p:spPr>
          <a:xfrm>
            <a:off x="1028700" y="1038225"/>
            <a:ext cx="114300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</a:rPr>
              <a:t>Bài toán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F9715F87-60ED-3849-78B9-D4A2F7A2CA29}"/>
              </a:ext>
            </a:extLst>
          </p:cNvPr>
          <p:cNvSpPr txBox="1"/>
          <p:nvPr/>
        </p:nvSpPr>
        <p:spPr>
          <a:xfrm>
            <a:off x="1028700" y="2540000"/>
            <a:ext cx="16230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4000" b="1" i="1">
                <a:solidFill>
                  <a:srgbClr val="6D8856"/>
                </a:solidFill>
                <a:latin typeface="Noto Sans" panose="020B0502040504020204" pitchFamily="34" charset="0"/>
              </a:rPr>
              <a:t>Cây cần nước, người thì bận</a:t>
            </a:r>
            <a:endParaRPr lang="en-US" sz="4000" b="1" i="1">
              <a:solidFill>
                <a:srgbClr val="6D8856"/>
              </a:solidFill>
              <a:latin typeface="Noto Sans" panose="020B0502040504020204" pitchFamily="34" charset="0"/>
            </a:endParaRPr>
          </a:p>
        </p:txBody>
      </p:sp>
      <p:sp>
        <p:nvSpPr>
          <p:cNvPr id="4" name="Card 1">
            <a:extLst>
              <a:ext uri="{FF2B5EF4-FFF2-40B4-BE49-F238E27FC236}">
                <a16:creationId xmlns:a16="http://schemas.microsoft.com/office/drawing/2014/main" id="{D6EAD64D-082B-960F-52E7-B4D1BF1F5F30}"/>
              </a:ext>
            </a:extLst>
          </p:cNvPr>
          <p:cNvSpPr/>
          <p:nvPr/>
        </p:nvSpPr>
        <p:spPr>
          <a:xfrm>
            <a:off x="10287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con 1">
            <a:extLst>
              <a:ext uri="{FF2B5EF4-FFF2-40B4-BE49-F238E27FC236}">
                <a16:creationId xmlns:a16="http://schemas.microsoft.com/office/drawing/2014/main" id="{1D0C5510-D536-FC0E-C533-187132D6D4AB}"/>
              </a:ext>
            </a:extLst>
          </p:cNvPr>
          <p:cNvSpPr/>
          <p:nvPr/>
        </p:nvSpPr>
        <p:spPr>
          <a:xfrm>
            <a:off x="14351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🥀</a:t>
            </a:r>
          </a:p>
        </p:txBody>
      </p:sp>
      <p:sp>
        <p:nvSpPr>
          <p:cNvPr id="6" name="Card 1 heading">
            <a:extLst>
              <a:ext uri="{FF2B5EF4-FFF2-40B4-BE49-F238E27FC236}">
                <a16:creationId xmlns:a16="http://schemas.microsoft.com/office/drawing/2014/main" id="{28A4674F-5696-4B4D-3868-098449C7E297}"/>
              </a:ext>
            </a:extLst>
          </p:cNvPr>
          <p:cNvSpPr txBox="1"/>
          <p:nvPr/>
        </p:nvSpPr>
        <p:spPr>
          <a:xfrm>
            <a:off x="14351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</a:rPr>
              <a:t>Đi vắng</a:t>
            </a:r>
          </a:p>
        </p:txBody>
      </p:sp>
      <p:sp>
        <p:nvSpPr>
          <p:cNvPr id="7" name="Card 1 body">
            <a:extLst>
              <a:ext uri="{FF2B5EF4-FFF2-40B4-BE49-F238E27FC236}">
                <a16:creationId xmlns:a16="http://schemas.microsoft.com/office/drawing/2014/main" id="{14E1C7A1-BABD-DA66-68FE-F077677FF03D}"/>
              </a:ext>
            </a:extLst>
          </p:cNvPr>
          <p:cNvSpPr txBox="1"/>
          <p:nvPr/>
        </p:nvSpPr>
        <p:spPr>
          <a:xfrm>
            <a:off x="14351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5A7745"/>
                </a:solidFill>
                <a:latin typeface="Noto Sans" panose="020B0502040504020204" pitchFamily="34" charset="0"/>
              </a:rPr>
              <a:t>Đi công tác, đi du lịch → không ai tưới, cây héo</a:t>
            </a:r>
            <a:endParaRPr lang="en-US" sz="28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8" name="Card 2">
            <a:extLst>
              <a:ext uri="{FF2B5EF4-FFF2-40B4-BE49-F238E27FC236}">
                <a16:creationId xmlns:a16="http://schemas.microsoft.com/office/drawing/2014/main" id="{0BCFAC23-BC1A-EC1A-6A19-795C8CB386C3}"/>
              </a:ext>
            </a:extLst>
          </p:cNvPr>
          <p:cNvSpPr/>
          <p:nvPr/>
        </p:nvSpPr>
        <p:spPr>
          <a:xfrm>
            <a:off x="65913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con 2">
            <a:extLst>
              <a:ext uri="{FF2B5EF4-FFF2-40B4-BE49-F238E27FC236}">
                <a16:creationId xmlns:a16="http://schemas.microsoft.com/office/drawing/2014/main" id="{2AAD5461-2965-0BC9-4827-B064873F11BD}"/>
              </a:ext>
            </a:extLst>
          </p:cNvPr>
          <p:cNvSpPr/>
          <p:nvPr/>
        </p:nvSpPr>
        <p:spPr>
          <a:xfrm>
            <a:off x="69977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💧</a:t>
            </a:r>
          </a:p>
        </p:txBody>
      </p:sp>
      <p:sp>
        <p:nvSpPr>
          <p:cNvPr id="10" name="Card 2 heading">
            <a:extLst>
              <a:ext uri="{FF2B5EF4-FFF2-40B4-BE49-F238E27FC236}">
                <a16:creationId xmlns:a16="http://schemas.microsoft.com/office/drawing/2014/main" id="{D4AA5609-903E-1CE4-741F-140FD5FDA5B5}"/>
              </a:ext>
            </a:extLst>
          </p:cNvPr>
          <p:cNvSpPr txBox="1"/>
          <p:nvPr/>
        </p:nvSpPr>
        <p:spPr>
          <a:xfrm>
            <a:off x="69977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3200" b="1">
                <a:solidFill>
                  <a:srgbClr val="5A7745"/>
                </a:solidFill>
                <a:latin typeface="Noto Sans" panose="020B0502040504020204" pitchFamily="34" charset="0"/>
              </a:rPr>
              <a:t>Tưới theo cảm tính</a:t>
            </a:r>
            <a:endParaRPr lang="en-US" sz="3200" b="1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11" name="Card 2 body">
            <a:extLst>
              <a:ext uri="{FF2B5EF4-FFF2-40B4-BE49-F238E27FC236}">
                <a16:creationId xmlns:a16="http://schemas.microsoft.com/office/drawing/2014/main" id="{2EF1ACD3-D38A-6F47-E1A2-9E67BDF1134D}"/>
              </a:ext>
            </a:extLst>
          </p:cNvPr>
          <p:cNvSpPr txBox="1"/>
          <p:nvPr/>
        </p:nvSpPr>
        <p:spPr>
          <a:xfrm>
            <a:off x="69977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5A7745"/>
                </a:solidFill>
                <a:latin typeface="Noto Sans" panose="020B0502040504020204" pitchFamily="34" charset="0"/>
              </a:rPr>
              <a:t>Lúc thiếu nước, lúc úng vì không biết độ ẩm đất</a:t>
            </a:r>
            <a:endParaRPr lang="en-US" sz="28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Card 3">
            <a:extLst>
              <a:ext uri="{FF2B5EF4-FFF2-40B4-BE49-F238E27FC236}">
                <a16:creationId xmlns:a16="http://schemas.microsoft.com/office/drawing/2014/main" id="{C36715E4-2458-2814-049B-BA73578A0526}"/>
              </a:ext>
            </a:extLst>
          </p:cNvPr>
          <p:cNvSpPr/>
          <p:nvPr/>
        </p:nvSpPr>
        <p:spPr>
          <a:xfrm>
            <a:off x="121539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con 3">
            <a:extLst>
              <a:ext uri="{FF2B5EF4-FFF2-40B4-BE49-F238E27FC236}">
                <a16:creationId xmlns:a16="http://schemas.microsoft.com/office/drawing/2014/main" id="{64D26736-319B-7C0D-1F1E-7BEF3FE068A6}"/>
              </a:ext>
            </a:extLst>
          </p:cNvPr>
          <p:cNvSpPr/>
          <p:nvPr/>
        </p:nvSpPr>
        <p:spPr>
          <a:xfrm>
            <a:off x="125603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💬</a:t>
            </a:r>
          </a:p>
        </p:txBody>
      </p:sp>
      <p:sp>
        <p:nvSpPr>
          <p:cNvPr id="14" name="Card 3 heading">
            <a:extLst>
              <a:ext uri="{FF2B5EF4-FFF2-40B4-BE49-F238E27FC236}">
                <a16:creationId xmlns:a16="http://schemas.microsoft.com/office/drawing/2014/main" id="{6F8D35CE-142D-0B40-AA22-295DC4E22BFA}"/>
              </a:ext>
            </a:extLst>
          </p:cNvPr>
          <p:cNvSpPr txBox="1"/>
          <p:nvPr/>
        </p:nvSpPr>
        <p:spPr>
          <a:xfrm>
            <a:off x="125603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Noto Sans" panose="020B0502040504020204" pitchFamily="34" charset="0"/>
              </a:rPr>
              <a:t>Mong muốn</a:t>
            </a:r>
          </a:p>
        </p:txBody>
      </p:sp>
      <p:sp>
        <p:nvSpPr>
          <p:cNvPr id="15" name="Card 3 body">
            <a:extLst>
              <a:ext uri="{FF2B5EF4-FFF2-40B4-BE49-F238E27FC236}">
                <a16:creationId xmlns:a16="http://schemas.microsoft.com/office/drawing/2014/main" id="{5A95F813-729F-4044-695F-82E679EE21E7}"/>
              </a:ext>
            </a:extLst>
          </p:cNvPr>
          <p:cNvSpPr txBox="1"/>
          <p:nvPr/>
        </p:nvSpPr>
        <p:spPr>
          <a:xfrm>
            <a:off x="125603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FFFFFF"/>
                </a:solidFill>
                <a:latin typeface="Noto Sans" panose="020B0502040504020204" pitchFamily="34" charset="0"/>
              </a:rPr>
              <a:t>Cây tự được chăm; xem tình trạng và ra lệnh từ xa chỉ bằng một câu nói</a:t>
            </a:r>
            <a:endParaRPr lang="en-US" sz="2800">
              <a:solidFill>
                <a:srgbClr val="FFFFFF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Progress seg 1">
            <a:extLst>
              <a:ext uri="{FF2B5EF4-FFF2-40B4-BE49-F238E27FC236}">
                <a16:creationId xmlns:a16="http://schemas.microsoft.com/office/drawing/2014/main" id="{F97CFEA3-726E-C26E-A0EA-43D2F79ACAFC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2">
            <a:extLst>
              <a:ext uri="{FF2B5EF4-FFF2-40B4-BE49-F238E27FC236}">
                <a16:creationId xmlns:a16="http://schemas.microsoft.com/office/drawing/2014/main" id="{8EEEC0A1-680C-1996-5853-E4A2608BC91F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seg 3">
            <a:extLst>
              <a:ext uri="{FF2B5EF4-FFF2-40B4-BE49-F238E27FC236}">
                <a16:creationId xmlns:a16="http://schemas.microsoft.com/office/drawing/2014/main" id="{290DF5D1-AECE-FDB5-7F2E-4642A94761E3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seg 4">
            <a:extLst>
              <a:ext uri="{FF2B5EF4-FFF2-40B4-BE49-F238E27FC236}">
                <a16:creationId xmlns:a16="http://schemas.microsoft.com/office/drawing/2014/main" id="{988883A0-E306-6089-3927-63AAF094B461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seg 5">
            <a:extLst>
              <a:ext uri="{FF2B5EF4-FFF2-40B4-BE49-F238E27FC236}">
                <a16:creationId xmlns:a16="http://schemas.microsoft.com/office/drawing/2014/main" id="{5A491D57-F3A3-432B-8DBF-76577A827C56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gress seg 6">
            <a:extLst>
              <a:ext uri="{FF2B5EF4-FFF2-40B4-BE49-F238E27FC236}">
                <a16:creationId xmlns:a16="http://schemas.microsoft.com/office/drawing/2014/main" id="{00D28BD9-6BFD-C75B-AB7C-B341C9222814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label">
            <a:extLst>
              <a:ext uri="{FF2B5EF4-FFF2-40B4-BE49-F238E27FC236}">
                <a16:creationId xmlns:a16="http://schemas.microsoft.com/office/drawing/2014/main" id="{2A3888AD-8F4A-0865-949D-F876D5F2E1B6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Bài toán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3 / 24</a:t>
            </a:r>
          </a:p>
        </p:txBody>
      </p:sp>
    </p:spTree>
    <p:extLst>
      <p:ext uri="{BB962C8B-B14F-4D97-AF65-F5344CB8AC3E}">
        <p14:creationId xmlns:p14="http://schemas.microsoft.com/office/powerpoint/2010/main" val="291964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8829" y="3742235"/>
            <a:ext cx="5975169" cy="5975729"/>
          </a:xfrm>
          <a:custGeom>
            <a:avLst/>
            <a:gdLst/>
            <a:ahLst/>
            <a:cxnLst/>
            <a:rect l="l" t="t" r="r" b="b"/>
            <a:pathLst>
              <a:path w="5975169" h="5975729">
                <a:moveTo>
                  <a:pt x="0" y="0"/>
                </a:moveTo>
                <a:lnTo>
                  <a:pt x="5975170" y="0"/>
                </a:lnTo>
                <a:lnTo>
                  <a:pt x="5975170" y="5975729"/>
                </a:lnTo>
                <a:lnTo>
                  <a:pt x="0" y="597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237" t="-13017" r="-56564" b="-359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004902"/>
            <a:ext cx="8531073" cy="1583953"/>
            <a:chOff x="0" y="0"/>
            <a:chExt cx="2246867" cy="4171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46867" cy="417173"/>
            </a:xfrm>
            <a:custGeom>
              <a:avLst/>
              <a:gdLst/>
              <a:ahLst/>
              <a:cxnLst/>
              <a:rect l="l" t="t" r="r" b="b"/>
              <a:pathLst>
                <a:path w="2246867" h="417173">
                  <a:moveTo>
                    <a:pt x="16335" y="0"/>
                  </a:moveTo>
                  <a:lnTo>
                    <a:pt x="2230532" y="0"/>
                  </a:lnTo>
                  <a:cubicBezTo>
                    <a:pt x="2234864" y="0"/>
                    <a:pt x="2239019" y="1721"/>
                    <a:pt x="2242083" y="4784"/>
                  </a:cubicBezTo>
                  <a:cubicBezTo>
                    <a:pt x="2245146" y="7848"/>
                    <a:pt x="2246867" y="12003"/>
                    <a:pt x="2246867" y="16335"/>
                  </a:cubicBezTo>
                  <a:lnTo>
                    <a:pt x="2246867" y="400838"/>
                  </a:lnTo>
                  <a:cubicBezTo>
                    <a:pt x="2246867" y="405170"/>
                    <a:pt x="2245146" y="409325"/>
                    <a:pt x="2242083" y="412388"/>
                  </a:cubicBezTo>
                  <a:cubicBezTo>
                    <a:pt x="2239019" y="415452"/>
                    <a:pt x="2234864" y="417173"/>
                    <a:pt x="2230532" y="417173"/>
                  </a:cubicBezTo>
                  <a:lnTo>
                    <a:pt x="16335" y="417173"/>
                  </a:lnTo>
                  <a:cubicBezTo>
                    <a:pt x="12003" y="417173"/>
                    <a:pt x="7848" y="415452"/>
                    <a:pt x="4784" y="412388"/>
                  </a:cubicBezTo>
                  <a:cubicBezTo>
                    <a:pt x="1721" y="409325"/>
                    <a:pt x="0" y="405170"/>
                    <a:pt x="0" y="400838"/>
                  </a:cubicBezTo>
                  <a:lnTo>
                    <a:pt x="0" y="16335"/>
                  </a:lnTo>
                  <a:cubicBezTo>
                    <a:pt x="0" y="12003"/>
                    <a:pt x="1721" y="7848"/>
                    <a:pt x="4784" y="4784"/>
                  </a:cubicBezTo>
                  <a:cubicBezTo>
                    <a:pt x="7848" y="1721"/>
                    <a:pt x="12003" y="0"/>
                    <a:pt x="16335" y="0"/>
                  </a:cubicBezTo>
                  <a:close/>
                </a:path>
              </a:pathLst>
            </a:custGeom>
            <a:solidFill>
              <a:srgbClr val="5A774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46867" cy="45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1. Thiết bị IoT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   </a:t>
              </a: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Cảm biến: 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thu nhận tín hiệu từ môi trường xung quanh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Bộ xử lí: 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chuyển đổi thông số từ môi trường thành dữ liệu số 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    </a:t>
              </a: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Gửi message: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 đẩy dữ liệu lên MQTT để server xử lí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75703" y="2004902"/>
            <a:ext cx="7592542" cy="1605258"/>
            <a:chOff x="0" y="0"/>
            <a:chExt cx="1999682" cy="422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9682" cy="422784"/>
            </a:xfrm>
            <a:custGeom>
              <a:avLst/>
              <a:gdLst/>
              <a:ahLst/>
              <a:cxnLst/>
              <a:rect l="l" t="t" r="r" b="b"/>
              <a:pathLst>
                <a:path w="1999682" h="422784">
                  <a:moveTo>
                    <a:pt x="18354" y="0"/>
                  </a:moveTo>
                  <a:lnTo>
                    <a:pt x="1981328" y="0"/>
                  </a:lnTo>
                  <a:cubicBezTo>
                    <a:pt x="1991464" y="0"/>
                    <a:pt x="1999682" y="8217"/>
                    <a:pt x="1999682" y="18354"/>
                  </a:cubicBezTo>
                  <a:lnTo>
                    <a:pt x="1999682" y="404430"/>
                  </a:lnTo>
                  <a:cubicBezTo>
                    <a:pt x="1999682" y="414567"/>
                    <a:pt x="1991464" y="422784"/>
                    <a:pt x="1981328" y="422784"/>
                  </a:cubicBezTo>
                  <a:lnTo>
                    <a:pt x="18354" y="422784"/>
                  </a:lnTo>
                  <a:cubicBezTo>
                    <a:pt x="8217" y="422784"/>
                    <a:pt x="0" y="414567"/>
                    <a:pt x="0" y="404430"/>
                  </a:cubicBezTo>
                  <a:lnTo>
                    <a:pt x="0" y="18354"/>
                  </a:lnTo>
                  <a:cubicBezTo>
                    <a:pt x="0" y="8217"/>
                    <a:pt x="8217" y="0"/>
                    <a:pt x="18354" y="0"/>
                  </a:cubicBezTo>
                  <a:close/>
                </a:path>
              </a:pathLst>
            </a:custGeom>
            <a:solidFill>
              <a:srgbClr val="5A774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99682" cy="460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2. </a:t>
              </a:r>
              <a:r>
                <a:rPr lang="vi-VN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Ứng dụng người dùng</a:t>
              </a: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   </a:t>
              </a: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Giao diện: </a:t>
              </a:r>
              <a:r>
                <a:rPr lang="en-US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hiển thị thông tin liên quan đến cây trồng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Gửi message: </a:t>
              </a:r>
              <a:r>
                <a:rPr lang="en-US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điều khiển tưới cây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Notification: </a:t>
              </a:r>
              <a:r>
                <a:rPr lang="vi-VN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báo hết nước, đang tưới, mất kết nối</a:t>
              </a: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739159" y="4018029"/>
            <a:ext cx="2598499" cy="5393652"/>
          </a:xfrm>
          <a:custGeom>
            <a:avLst/>
            <a:gdLst/>
            <a:ahLst/>
            <a:cxnLst/>
            <a:rect l="l" t="t" r="r" b="b"/>
            <a:pathLst>
              <a:path w="2598499" h="5393652">
                <a:moveTo>
                  <a:pt x="0" y="0"/>
                </a:moveTo>
                <a:lnTo>
                  <a:pt x="2598499" y="0"/>
                </a:lnTo>
                <a:lnTo>
                  <a:pt x="2598499" y="5393652"/>
                </a:lnTo>
                <a:lnTo>
                  <a:pt x="0" y="5393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65" t="-2838" r="-15713" b="-5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279400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Kiến trúc hệ thống IoT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10168" y="6270110"/>
            <a:ext cx="6666596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144000" y="5466711"/>
            <a:ext cx="282941" cy="80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7"/>
              </a:lnSpc>
            </a:pPr>
            <a:r>
              <a:rPr lang="en-US" sz="4669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26368" y="4258807"/>
            <a:ext cx="1702028" cy="2011303"/>
            <a:chOff x="0" y="0"/>
            <a:chExt cx="2269371" cy="2681738"/>
          </a:xfrm>
        </p:grpSpPr>
        <p:sp>
          <p:nvSpPr>
            <p:cNvPr id="14" name="Freeform 14"/>
            <p:cNvSpPr/>
            <p:nvPr/>
          </p:nvSpPr>
          <p:spPr>
            <a:xfrm>
              <a:off x="0" y="899884"/>
              <a:ext cx="2180352" cy="1781854"/>
            </a:xfrm>
            <a:custGeom>
              <a:avLst/>
              <a:gdLst/>
              <a:ahLst/>
              <a:cxnLst/>
              <a:rect l="l" t="t" r="r" b="b"/>
              <a:pathLst>
                <a:path w="2180352" h="1781854">
                  <a:moveTo>
                    <a:pt x="0" y="0"/>
                  </a:moveTo>
                  <a:lnTo>
                    <a:pt x="2180352" y="0"/>
                  </a:lnTo>
                  <a:lnTo>
                    <a:pt x="2180352" y="1781854"/>
                  </a:lnTo>
                  <a:lnTo>
                    <a:pt x="0" y="1781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269371" cy="920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45"/>
                </a:lnSpc>
              </a:pPr>
              <a:r>
                <a:rPr lang="en-US" sz="4175" b="1">
                  <a:solidFill>
                    <a:srgbClr val="6D8856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Server</a:t>
              </a:r>
            </a:p>
          </p:txBody>
        </p:sp>
      </p:grpSp>
      <p:sp>
        <p:nvSpPr>
          <p:cNvPr id="16" name="Progress seg 1">
            <a:extLst>
              <a:ext uri="{FF2B5EF4-FFF2-40B4-BE49-F238E27FC236}">
                <a16:creationId xmlns:a16="http://schemas.microsoft.com/office/drawing/2014/main" id="{0FA77AD8-1F92-F9C4-5860-00C4C55F087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2">
            <a:extLst>
              <a:ext uri="{FF2B5EF4-FFF2-40B4-BE49-F238E27FC236}">
                <a16:creationId xmlns:a16="http://schemas.microsoft.com/office/drawing/2014/main" id="{3A8F3652-DADA-376D-EB40-20A5D9242962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seg 3">
            <a:extLst>
              <a:ext uri="{FF2B5EF4-FFF2-40B4-BE49-F238E27FC236}">
                <a16:creationId xmlns:a16="http://schemas.microsoft.com/office/drawing/2014/main" id="{A19AE961-E67B-C75C-0A86-35780C5148AB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seg 4">
            <a:extLst>
              <a:ext uri="{FF2B5EF4-FFF2-40B4-BE49-F238E27FC236}">
                <a16:creationId xmlns:a16="http://schemas.microsoft.com/office/drawing/2014/main" id="{512D7186-2EF5-ED27-81EA-4289BE99458A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seg 5">
            <a:extLst>
              <a:ext uri="{FF2B5EF4-FFF2-40B4-BE49-F238E27FC236}">
                <a16:creationId xmlns:a16="http://schemas.microsoft.com/office/drawing/2014/main" id="{D36ACDD0-52FF-D71C-440B-69FCB0073D31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gress seg 6">
            <a:extLst>
              <a:ext uri="{FF2B5EF4-FFF2-40B4-BE49-F238E27FC236}">
                <a16:creationId xmlns:a16="http://schemas.microsoft.com/office/drawing/2014/main" id="{01462089-4BEE-33CD-C927-D5C8158D0C9D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label">
            <a:extLst>
              <a:ext uri="{FF2B5EF4-FFF2-40B4-BE49-F238E27FC236}">
                <a16:creationId xmlns:a16="http://schemas.microsoft.com/office/drawing/2014/main" id="{506BCB31-09BA-EDC8-0226-7A2A08D7E742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4 /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45442" y="0"/>
            <a:ext cx="9022836" cy="10352895"/>
          </a:xfrm>
          <a:custGeom>
            <a:avLst/>
            <a:gdLst/>
            <a:ahLst/>
            <a:cxnLst/>
            <a:rect l="l" t="t" r="r" b="b"/>
            <a:pathLst>
              <a:path w="9022836" h="10352895">
                <a:moveTo>
                  <a:pt x="0" y="0"/>
                </a:moveTo>
                <a:lnTo>
                  <a:pt x="9022836" y="0"/>
                </a:lnTo>
                <a:lnTo>
                  <a:pt x="9022836" y="10352895"/>
                </a:lnTo>
                <a:lnTo>
                  <a:pt x="0" y="1035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86" t="-10443" r="-91920" b="-1044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37633"/>
            <a:ext cx="9019585" cy="10522007"/>
            <a:chOff x="0" y="0"/>
            <a:chExt cx="12026113" cy="14029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5"/>
              <a:ext cx="12026113" cy="200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999"/>
                </a:lnSpc>
              </a:pPr>
              <a:r>
                <a:rPr lang="en-US" sz="9999" b="1">
                  <a:solidFill>
                    <a:srgbClr val="6D8856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Server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94592"/>
              <a:ext cx="12026113" cy="11334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Nhiệm vụ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Đóng vai trò như cầu nối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giữa “Thiết bị cảm biến” và “Ứng dụng”.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Tiếp nhận dữ liệu từ thiết bị IoT</a:t>
              </a:r>
              <a:r>
                <a:rPr lang="vi-VN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và tự quyết định tưới: đất dưới 30% → bật bơm, trên 60% → tắt bơm.</a:t>
              </a: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Tiếp nhận yêu cầu từ app và AI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Gửi yêu cầu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hành động đến thiết bị IoT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Lưu trữ thông tin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liên quan đến người dùng và cây trồng:</a:t>
              </a: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vi-VN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Ngưỡng tưới, chế độ auto/manual</a:t>
              </a: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Lịch sử lệnh điều khiển </a:t>
              </a: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Lịch sử dữ liệu cảm biến</a:t>
              </a: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" name="Progress seg 1">
            <a:extLst>
              <a:ext uri="{FF2B5EF4-FFF2-40B4-BE49-F238E27FC236}">
                <a16:creationId xmlns:a16="http://schemas.microsoft.com/office/drawing/2014/main" id="{18E61097-8037-FE8B-B236-FD195D4EFDBE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2">
            <a:extLst>
              <a:ext uri="{FF2B5EF4-FFF2-40B4-BE49-F238E27FC236}">
                <a16:creationId xmlns:a16="http://schemas.microsoft.com/office/drawing/2014/main" id="{A6AB82FD-7C25-57CE-FCBC-C30441549DC3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3">
            <a:extLst>
              <a:ext uri="{FF2B5EF4-FFF2-40B4-BE49-F238E27FC236}">
                <a16:creationId xmlns:a16="http://schemas.microsoft.com/office/drawing/2014/main" id="{F8B6BAB6-E3BD-EC68-2555-C079E41F8E8F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4">
            <a:extLst>
              <a:ext uri="{FF2B5EF4-FFF2-40B4-BE49-F238E27FC236}">
                <a16:creationId xmlns:a16="http://schemas.microsoft.com/office/drawing/2014/main" id="{BA8B5910-2A01-2E6D-22A6-B0032C8F04A0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5">
            <a:extLst>
              <a:ext uri="{FF2B5EF4-FFF2-40B4-BE49-F238E27FC236}">
                <a16:creationId xmlns:a16="http://schemas.microsoft.com/office/drawing/2014/main" id="{047C5EBC-D8E1-A47F-CBD8-AFF06793F798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seg 6">
            <a:extLst>
              <a:ext uri="{FF2B5EF4-FFF2-40B4-BE49-F238E27FC236}">
                <a16:creationId xmlns:a16="http://schemas.microsoft.com/office/drawing/2014/main" id="{AAA353C4-7D36-FD9F-CCDF-A8E73640F7A3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rogress label">
            <a:extLst>
              <a:ext uri="{FF2B5EF4-FFF2-40B4-BE49-F238E27FC236}">
                <a16:creationId xmlns:a16="http://schemas.microsoft.com/office/drawing/2014/main" id="{CC0FD879-B199-7CDC-6B7D-DE4D44B63E5A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237"/>
            <a:ext cx="114300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Giao tiếp qua MQTT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73950" y="5740400"/>
            <a:ext cx="3340454" cy="866216"/>
            <a:chOff x="0" y="0"/>
            <a:chExt cx="879790" cy="2281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790" cy="228139"/>
            </a:xfrm>
            <a:custGeom>
              <a:avLst/>
              <a:gdLst/>
              <a:ahLst/>
              <a:cxnLst/>
              <a:rect l="l" t="t" r="r" b="b"/>
              <a:pathLst>
                <a:path w="879790" h="228139">
                  <a:moveTo>
                    <a:pt x="41717" y="0"/>
                  </a:moveTo>
                  <a:lnTo>
                    <a:pt x="838073" y="0"/>
                  </a:lnTo>
                  <a:cubicBezTo>
                    <a:pt x="861113" y="0"/>
                    <a:pt x="879790" y="18677"/>
                    <a:pt x="879790" y="41717"/>
                  </a:cubicBezTo>
                  <a:lnTo>
                    <a:pt x="879790" y="186422"/>
                  </a:lnTo>
                  <a:cubicBezTo>
                    <a:pt x="879790" y="209462"/>
                    <a:pt x="861113" y="228139"/>
                    <a:pt x="838073" y="228139"/>
                  </a:cubicBezTo>
                  <a:lnTo>
                    <a:pt x="41717" y="228139"/>
                  </a:lnTo>
                  <a:cubicBezTo>
                    <a:pt x="18677" y="228139"/>
                    <a:pt x="0" y="209462"/>
                    <a:pt x="0" y="186422"/>
                  </a:cubicBezTo>
                  <a:lnTo>
                    <a:pt x="0" y="41717"/>
                  </a:lnTo>
                  <a:cubicBezTo>
                    <a:pt x="0" y="18677"/>
                    <a:pt x="18677" y="0"/>
                    <a:pt x="4171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9790" cy="285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5A774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HiveMQ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8108950" y="35369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7" y="0"/>
                </a:lnTo>
                <a:lnTo>
                  <a:pt x="2074227" y="2066974"/>
                </a:lnTo>
                <a:lnTo>
                  <a:pt x="0" y="2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4757560" y="3098936"/>
            <a:ext cx="3340454" cy="1738052"/>
            <a:chOff x="0" y="0"/>
            <a:chExt cx="879790" cy="4577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9790" cy="457759"/>
            </a:xfrm>
            <a:custGeom>
              <a:avLst/>
              <a:gdLst/>
              <a:ahLst/>
              <a:cxnLst/>
              <a:rect l="l" t="t" r="r" b="b"/>
              <a:pathLst>
                <a:path w="879790" h="457759">
                  <a:moveTo>
                    <a:pt x="41717" y="0"/>
                  </a:moveTo>
                  <a:lnTo>
                    <a:pt x="838073" y="0"/>
                  </a:lnTo>
                  <a:cubicBezTo>
                    <a:pt x="861113" y="0"/>
                    <a:pt x="879790" y="18677"/>
                    <a:pt x="879790" y="41717"/>
                  </a:cubicBezTo>
                  <a:lnTo>
                    <a:pt x="879790" y="416041"/>
                  </a:lnTo>
                  <a:cubicBezTo>
                    <a:pt x="879790" y="439081"/>
                    <a:pt x="861113" y="457759"/>
                    <a:pt x="838073" y="457759"/>
                  </a:cubicBezTo>
                  <a:lnTo>
                    <a:pt x="41717" y="457759"/>
                  </a:lnTo>
                  <a:cubicBezTo>
                    <a:pt x="18677" y="457759"/>
                    <a:pt x="0" y="439081"/>
                    <a:pt x="0" y="416041"/>
                  </a:cubicBezTo>
                  <a:lnTo>
                    <a:pt x="0" y="41717"/>
                  </a:lnTo>
                  <a:cubicBezTo>
                    <a:pt x="0" y="18677"/>
                    <a:pt x="18677" y="0"/>
                    <a:pt x="4171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79790" cy="514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Gửi dữ liệu</a:t>
              </a:r>
            </a:p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lên kênh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25141" y="3290332"/>
            <a:ext cx="3898693" cy="1355259"/>
            <a:chOff x="0" y="0"/>
            <a:chExt cx="1026816" cy="3569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6816" cy="356941"/>
            </a:xfrm>
            <a:custGeom>
              <a:avLst/>
              <a:gdLst/>
              <a:ahLst/>
              <a:cxnLst/>
              <a:rect l="l" t="t" r="r" b="b"/>
              <a:pathLst>
                <a:path w="1026816" h="356941">
                  <a:moveTo>
                    <a:pt x="35744" y="0"/>
                  </a:moveTo>
                  <a:lnTo>
                    <a:pt x="991072" y="0"/>
                  </a:lnTo>
                  <a:cubicBezTo>
                    <a:pt x="1010813" y="0"/>
                    <a:pt x="1026816" y="16003"/>
                    <a:pt x="1026816" y="35744"/>
                  </a:cubicBezTo>
                  <a:lnTo>
                    <a:pt x="1026816" y="321197"/>
                  </a:lnTo>
                  <a:cubicBezTo>
                    <a:pt x="1026816" y="330677"/>
                    <a:pt x="1023050" y="339768"/>
                    <a:pt x="1016347" y="346472"/>
                  </a:cubicBezTo>
                  <a:cubicBezTo>
                    <a:pt x="1009644" y="353175"/>
                    <a:pt x="1000552" y="356941"/>
                    <a:pt x="991072" y="356941"/>
                  </a:cubicBezTo>
                  <a:lnTo>
                    <a:pt x="35744" y="356941"/>
                  </a:lnTo>
                  <a:cubicBezTo>
                    <a:pt x="16003" y="356941"/>
                    <a:pt x="0" y="340938"/>
                    <a:pt x="0" y="321197"/>
                  </a:cubicBezTo>
                  <a:lnTo>
                    <a:pt x="0" y="35744"/>
                  </a:lnTo>
                  <a:cubicBezTo>
                    <a:pt x="0" y="16003"/>
                    <a:pt x="16003" y="0"/>
                    <a:pt x="35744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026816" cy="41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Đăng kí kênh,</a:t>
              </a:r>
            </a:p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nhận message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74151" y="5687220"/>
            <a:ext cx="6035954" cy="1619642"/>
            <a:chOff x="0" y="0"/>
            <a:chExt cx="1589716" cy="4265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89716" cy="426572"/>
            </a:xfrm>
            <a:custGeom>
              <a:avLst/>
              <a:gdLst/>
              <a:ahLst/>
              <a:cxnLst/>
              <a:rect l="l" t="t" r="r" b="b"/>
              <a:pathLst>
                <a:path w="1589716" h="426572">
                  <a:moveTo>
                    <a:pt x="23087" y="0"/>
                  </a:moveTo>
                  <a:lnTo>
                    <a:pt x="1566629" y="0"/>
                  </a:lnTo>
                  <a:cubicBezTo>
                    <a:pt x="1579380" y="0"/>
                    <a:pt x="1589716" y="10337"/>
                    <a:pt x="1589716" y="23087"/>
                  </a:cubicBezTo>
                  <a:lnTo>
                    <a:pt x="1589716" y="403485"/>
                  </a:lnTo>
                  <a:cubicBezTo>
                    <a:pt x="1589716" y="416236"/>
                    <a:pt x="1579380" y="426572"/>
                    <a:pt x="1566629" y="426572"/>
                  </a:cubicBezTo>
                  <a:lnTo>
                    <a:pt x="23087" y="426572"/>
                  </a:lnTo>
                  <a:cubicBezTo>
                    <a:pt x="10337" y="426572"/>
                    <a:pt x="0" y="416236"/>
                    <a:pt x="0" y="403485"/>
                  </a:cubicBezTo>
                  <a:lnTo>
                    <a:pt x="0" y="23087"/>
                  </a:lnTo>
                  <a:cubicBezTo>
                    <a:pt x="0" y="10337"/>
                    <a:pt x="10337" y="0"/>
                    <a:pt x="2308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589716" cy="48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920"/>
                </a:lnSpc>
              </a:pPr>
              <a:r>
                <a:rPr lang="vi-VN" sz="28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REST API</a:t>
              </a:r>
            </a:p>
            <a:p>
              <a:pPr algn="r">
                <a:lnSpc>
                  <a:spcPts val="3920"/>
                </a:lnSpc>
              </a:pPr>
              <a:r>
                <a:rPr lang="vi-VN" sz="2200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đọc dữ liệu &amp; gửi lệnh</a:t>
              </a:r>
              <a:endPara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endParaRPr>
            </a:p>
          </p:txBody>
        </p:sp>
      </p:grpSp>
      <p:sp>
        <p:nvSpPr>
          <p:cNvPr id="28" name="HiveMQ topic">
            <a:extLst>
              <a:ext uri="{FF2B5EF4-FFF2-40B4-BE49-F238E27FC236}">
                <a16:creationId xmlns:a16="http://schemas.microsoft.com/office/drawing/2014/main" id="{8BB5EB27-8AB3-3CF3-C43C-9388D0E2277A}"/>
              </a:ext>
            </a:extLst>
          </p:cNvPr>
          <p:cNvSpPr txBox="1"/>
          <p:nvPr/>
        </p:nvSpPr>
        <p:spPr>
          <a:xfrm>
            <a:off x="6604000" y="6426200"/>
            <a:ext cx="5080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kênh: xmini/sensor_data</a:t>
            </a:r>
          </a:p>
        </p:txBody>
      </p:sp>
      <p:sp>
        <p:nvSpPr>
          <p:cNvPr id="29" name="Box IoT">
            <a:extLst>
              <a:ext uri="{FF2B5EF4-FFF2-40B4-BE49-F238E27FC236}">
                <a16:creationId xmlns:a16="http://schemas.microsoft.com/office/drawing/2014/main" id="{6CD5AC01-5769-A130-927B-EBA9B9DF5E9E}"/>
              </a:ext>
            </a:extLst>
          </p:cNvPr>
          <p:cNvSpPr/>
          <p:nvPr/>
        </p:nvSpPr>
        <p:spPr>
          <a:xfrm>
            <a:off x="1028700" y="3746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IoT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ESP32 + cảm biến</a:t>
            </a:r>
          </a:p>
        </p:txBody>
      </p:sp>
      <p:sp>
        <p:nvSpPr>
          <p:cNvPr id="30" name="Box Server">
            <a:extLst>
              <a:ext uri="{FF2B5EF4-FFF2-40B4-BE49-F238E27FC236}">
                <a16:creationId xmlns:a16="http://schemas.microsoft.com/office/drawing/2014/main" id="{DB2334E9-40CE-0DF5-F0CF-FABA5E0C7978}"/>
              </a:ext>
            </a:extLst>
          </p:cNvPr>
          <p:cNvSpPr/>
          <p:nvPr/>
        </p:nvSpPr>
        <p:spPr>
          <a:xfrm>
            <a:off x="13449300" y="3746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vi-VN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</a:t>
            </a:r>
          </a:p>
          <a:p>
            <a:pPr algn="ctr"/>
            <a:r>
              <a:rPr lang="vi-VN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dữ liệu · tự tưới</a:t>
            </a:r>
            <a:endParaRPr lang="en-US" sz="2000">
              <a:solidFill>
                <a:srgbClr val="DCE7D3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1" name="Box App">
            <a:extLst>
              <a:ext uri="{FF2B5EF4-FFF2-40B4-BE49-F238E27FC236}">
                <a16:creationId xmlns:a16="http://schemas.microsoft.com/office/drawing/2014/main" id="{E58A41D9-94E8-98A9-3623-909C427BF788}"/>
              </a:ext>
            </a:extLst>
          </p:cNvPr>
          <p:cNvSpPr/>
          <p:nvPr/>
        </p:nvSpPr>
        <p:spPr>
          <a:xfrm>
            <a:off x="13449300" y="73660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Application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xem &amp; điều khiển cây</a:t>
            </a:r>
          </a:p>
        </p:txBody>
      </p:sp>
      <p:cxnSp>
        <p:nvCxnSpPr>
          <p:cNvPr id="32" name="Arrow IoT-HiveMQ">
            <a:extLst>
              <a:ext uri="{FF2B5EF4-FFF2-40B4-BE49-F238E27FC236}">
                <a16:creationId xmlns:a16="http://schemas.microsoft.com/office/drawing/2014/main" id="{895339F5-EF79-7C4A-09E7-876BA2B969B7}"/>
              </a:ext>
            </a:extLst>
          </p:cNvPr>
          <p:cNvCxnSpPr/>
          <p:nvPr/>
        </p:nvCxnSpPr>
        <p:spPr>
          <a:xfrm>
            <a:off x="5016500" y="4572000"/>
            <a:ext cx="29083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Arrow HiveMQ-Server">
            <a:extLst>
              <a:ext uri="{FF2B5EF4-FFF2-40B4-BE49-F238E27FC236}">
                <a16:creationId xmlns:a16="http://schemas.microsoft.com/office/drawing/2014/main" id="{72102352-0FCA-4031-D3E9-7FF32F6C0801}"/>
              </a:ext>
            </a:extLst>
          </p:cNvPr>
          <p:cNvCxnSpPr/>
          <p:nvPr/>
        </p:nvCxnSpPr>
        <p:spPr>
          <a:xfrm>
            <a:off x="10363200" y="4572000"/>
            <a:ext cx="29083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Arrow Server-App">
            <a:extLst>
              <a:ext uri="{FF2B5EF4-FFF2-40B4-BE49-F238E27FC236}">
                <a16:creationId xmlns:a16="http://schemas.microsoft.com/office/drawing/2014/main" id="{EE9F57C8-B8DC-0FBB-BCEE-9805A2877E07}"/>
              </a:ext>
            </a:extLst>
          </p:cNvPr>
          <p:cNvCxnSpPr/>
          <p:nvPr/>
        </p:nvCxnSpPr>
        <p:spPr>
          <a:xfrm>
            <a:off x="15354300" y="5575300"/>
            <a:ext cx="0" cy="161290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rogress seg 1">
            <a:extLst>
              <a:ext uri="{FF2B5EF4-FFF2-40B4-BE49-F238E27FC236}">
                <a16:creationId xmlns:a16="http://schemas.microsoft.com/office/drawing/2014/main" id="{1C8AA91F-21D6-D00F-1087-0F0698DF6C11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2">
            <a:extLst>
              <a:ext uri="{FF2B5EF4-FFF2-40B4-BE49-F238E27FC236}">
                <a16:creationId xmlns:a16="http://schemas.microsoft.com/office/drawing/2014/main" id="{B6DE7BE2-9967-4638-25ED-816EEC05F2D4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seg 3">
            <a:extLst>
              <a:ext uri="{FF2B5EF4-FFF2-40B4-BE49-F238E27FC236}">
                <a16:creationId xmlns:a16="http://schemas.microsoft.com/office/drawing/2014/main" id="{82904875-1352-4D13-7002-90F886A0B5DA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rogress seg 4">
            <a:extLst>
              <a:ext uri="{FF2B5EF4-FFF2-40B4-BE49-F238E27FC236}">
                <a16:creationId xmlns:a16="http://schemas.microsoft.com/office/drawing/2014/main" id="{5EE88959-AA86-9431-79CC-04D6444970F7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rogress seg 5">
            <a:extLst>
              <a:ext uri="{FF2B5EF4-FFF2-40B4-BE49-F238E27FC236}">
                <a16:creationId xmlns:a16="http://schemas.microsoft.com/office/drawing/2014/main" id="{DF88069B-E654-635A-A160-D5D094CBFB3E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rogress seg 6">
            <a:extLst>
              <a:ext uri="{FF2B5EF4-FFF2-40B4-BE49-F238E27FC236}">
                <a16:creationId xmlns:a16="http://schemas.microsoft.com/office/drawing/2014/main" id="{49E38197-86F3-394A-1F9F-4AB79B92186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rogress label">
            <a:extLst>
              <a:ext uri="{FF2B5EF4-FFF2-40B4-BE49-F238E27FC236}">
                <a16:creationId xmlns:a16="http://schemas.microsoft.com/office/drawing/2014/main" id="{CB901043-F0B8-D91F-B54D-B81A2F90714D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189200" y="52514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7" y="0"/>
                </a:lnTo>
                <a:lnTo>
                  <a:pt x="2074227" y="2066975"/>
                </a:lnTo>
                <a:lnTo>
                  <a:pt x="0" y="2066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Dữ liệu đi lên, lệnh đi xuống</a:t>
            </a:r>
          </a:p>
        </p:txBody>
      </p:sp>
      <p:sp>
        <p:nvSpPr>
          <p:cNvPr id="11" name="Box IoT">
            <a:extLst>
              <a:ext uri="{FF2B5EF4-FFF2-40B4-BE49-F238E27FC236}">
                <a16:creationId xmlns:a16="http://schemas.microsoft.com/office/drawing/2014/main" id="{1982D60E-54DB-C3E7-AE24-5F19BABEE73C}"/>
              </a:ext>
            </a:extLst>
          </p:cNvPr>
          <p:cNvSpPr/>
          <p:nvPr/>
        </p:nvSpPr>
        <p:spPr>
          <a:xfrm>
            <a:off x="1028700" y="54610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IoT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ESP32 + cảm biến</a:t>
            </a:r>
          </a:p>
        </p:txBody>
      </p:sp>
      <p:sp>
        <p:nvSpPr>
          <p:cNvPr id="12" name="Code telemetry">
            <a:extLst>
              <a:ext uri="{FF2B5EF4-FFF2-40B4-BE49-F238E27FC236}">
                <a16:creationId xmlns:a16="http://schemas.microsoft.com/office/drawing/2014/main" id="{A133E9FB-E5E9-E397-8663-9287437B2B9A}"/>
              </a:ext>
            </a:extLst>
          </p:cNvPr>
          <p:cNvSpPr/>
          <p:nvPr/>
        </p:nvSpPr>
        <p:spPr>
          <a:xfrm>
            <a:off x="6203950" y="4356100"/>
            <a:ext cx="7620000" cy="660400"/>
          </a:xfrm>
          <a:prstGeom prst="roundRect">
            <a:avLst>
              <a:gd name="adj" fmla="val 1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2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{"soil_percent": 23, "temperature_c": 28, ...}</a:t>
            </a:r>
          </a:p>
        </p:txBody>
      </p:sp>
      <p:sp>
        <p:nvSpPr>
          <p:cNvPr id="13" name="Code command">
            <a:extLst>
              <a:ext uri="{FF2B5EF4-FFF2-40B4-BE49-F238E27FC236}">
                <a16:creationId xmlns:a16="http://schemas.microsoft.com/office/drawing/2014/main" id="{8329A98F-E985-D7B2-0B00-A9124D92FF96}"/>
              </a:ext>
            </a:extLst>
          </p:cNvPr>
          <p:cNvSpPr/>
          <p:nvPr/>
        </p:nvSpPr>
        <p:spPr>
          <a:xfrm>
            <a:off x="8616950" y="7556500"/>
            <a:ext cx="2794000" cy="660400"/>
          </a:xfrm>
          <a:prstGeom prst="roundRect">
            <a:avLst>
              <a:gd name="adj" fmla="val 1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2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{"pump": true}</a:t>
            </a:r>
          </a:p>
        </p:txBody>
      </p:sp>
      <p:cxnSp>
        <p:nvCxnSpPr>
          <p:cNvPr id="14" name="Arrow data up">
            <a:extLst>
              <a:ext uri="{FF2B5EF4-FFF2-40B4-BE49-F238E27FC236}">
                <a16:creationId xmlns:a16="http://schemas.microsoft.com/office/drawing/2014/main" id="{3C47A50E-1AD6-6629-A69C-1D9086D74095}"/>
              </a:ext>
            </a:extLst>
          </p:cNvPr>
          <p:cNvCxnSpPr/>
          <p:nvPr/>
        </p:nvCxnSpPr>
        <p:spPr>
          <a:xfrm>
            <a:off x="5016500" y="5778500"/>
            <a:ext cx="99949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Arrow command down">
            <a:extLst>
              <a:ext uri="{FF2B5EF4-FFF2-40B4-BE49-F238E27FC236}">
                <a16:creationId xmlns:a16="http://schemas.microsoft.com/office/drawing/2014/main" id="{7B0E9302-FCA4-57C5-068A-CA263B230616}"/>
              </a:ext>
            </a:extLst>
          </p:cNvPr>
          <p:cNvCxnSpPr/>
          <p:nvPr/>
        </p:nvCxnSpPr>
        <p:spPr>
          <a:xfrm flipH="1">
            <a:off x="5016500" y="6794500"/>
            <a:ext cx="99949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abel data up">
            <a:extLst>
              <a:ext uri="{FF2B5EF4-FFF2-40B4-BE49-F238E27FC236}">
                <a16:creationId xmlns:a16="http://schemas.microsoft.com/office/drawing/2014/main" id="{A37DD962-8D79-B824-7539-792C713A2E1D}"/>
              </a:ext>
            </a:extLst>
          </p:cNvPr>
          <p:cNvSpPr txBox="1"/>
          <p:nvPr/>
        </p:nvSpPr>
        <p:spPr>
          <a:xfrm>
            <a:off x="5187950" y="5143500"/>
            <a:ext cx="9652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Gửi dữ liệu lên xmini/sensor_data (~10 giây/lần)</a:t>
            </a:r>
          </a:p>
        </p:txBody>
      </p:sp>
      <p:sp>
        <p:nvSpPr>
          <p:cNvPr id="17" name="Label command down">
            <a:extLst>
              <a:ext uri="{FF2B5EF4-FFF2-40B4-BE49-F238E27FC236}">
                <a16:creationId xmlns:a16="http://schemas.microsoft.com/office/drawing/2014/main" id="{633701DF-A0BC-2A4F-137B-F696FD0CDFBB}"/>
              </a:ext>
            </a:extLst>
          </p:cNvPr>
          <p:cNvSpPr txBox="1"/>
          <p:nvPr/>
        </p:nvSpPr>
        <p:spPr>
          <a:xfrm>
            <a:off x="5187950" y="6997700"/>
            <a:ext cx="9652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gửi lệnh xuống xmini/control</a:t>
            </a:r>
          </a:p>
        </p:txBody>
      </p:sp>
      <p:sp>
        <p:nvSpPr>
          <p:cNvPr id="18" name="Label HiveMQ">
            <a:extLst>
              <a:ext uri="{FF2B5EF4-FFF2-40B4-BE49-F238E27FC236}">
                <a16:creationId xmlns:a16="http://schemas.microsoft.com/office/drawing/2014/main" id="{5806F4DF-7C9A-B6EE-A537-BB59DD4BE191}"/>
              </a:ext>
            </a:extLst>
          </p:cNvPr>
          <p:cNvSpPr txBox="1"/>
          <p:nvPr/>
        </p:nvSpPr>
        <p:spPr>
          <a:xfrm>
            <a:off x="14554200" y="7416800"/>
            <a:ext cx="3340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HiveMQ</a:t>
            </a:r>
          </a:p>
        </p:txBody>
      </p:sp>
      <p:sp>
        <p:nvSpPr>
          <p:cNvPr id="19" name="Progress seg 1">
            <a:extLst>
              <a:ext uri="{FF2B5EF4-FFF2-40B4-BE49-F238E27FC236}">
                <a16:creationId xmlns:a16="http://schemas.microsoft.com/office/drawing/2014/main" id="{74DB200C-08E9-7B19-32CF-DE4761DB6C9E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seg 2">
            <a:extLst>
              <a:ext uri="{FF2B5EF4-FFF2-40B4-BE49-F238E27FC236}">
                <a16:creationId xmlns:a16="http://schemas.microsoft.com/office/drawing/2014/main" id="{7CEA7069-C0CE-A0A3-D923-3216755076CF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gress seg 3">
            <a:extLst>
              <a:ext uri="{FF2B5EF4-FFF2-40B4-BE49-F238E27FC236}">
                <a16:creationId xmlns:a16="http://schemas.microsoft.com/office/drawing/2014/main" id="{E387ABCD-340A-E530-61A0-BAD3CDF9B332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seg 4">
            <a:extLst>
              <a:ext uri="{FF2B5EF4-FFF2-40B4-BE49-F238E27FC236}">
                <a16:creationId xmlns:a16="http://schemas.microsoft.com/office/drawing/2014/main" id="{48E96A32-3AE7-DEBE-7157-E3FCA96BFA8F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rogress seg 5">
            <a:extLst>
              <a:ext uri="{FF2B5EF4-FFF2-40B4-BE49-F238E27FC236}">
                <a16:creationId xmlns:a16="http://schemas.microsoft.com/office/drawing/2014/main" id="{FE276964-1B4E-4969-94DD-BD9CC5353C38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rogress seg 6">
            <a:extLst>
              <a:ext uri="{FF2B5EF4-FFF2-40B4-BE49-F238E27FC236}">
                <a16:creationId xmlns:a16="http://schemas.microsoft.com/office/drawing/2014/main" id="{CA11B769-E07F-8EC0-3193-A644D097262B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label">
            <a:extLst>
              <a:ext uri="{FF2B5EF4-FFF2-40B4-BE49-F238E27FC236}">
                <a16:creationId xmlns:a16="http://schemas.microsoft.com/office/drawing/2014/main" id="{F776D4DE-CB03-F94C-07E2-D9AA19BCE487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41719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6" y="0"/>
                </a:lnTo>
                <a:lnTo>
                  <a:pt x="2074226" y="2066974"/>
                </a:lnTo>
                <a:lnTo>
                  <a:pt x="0" y="2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App đọc dữ liệu qua REST API</a:t>
            </a:r>
          </a:p>
        </p:txBody>
      </p:sp>
      <p:sp>
        <p:nvSpPr>
          <p:cNvPr id="14" name="Box Server">
            <a:extLst>
              <a:ext uri="{FF2B5EF4-FFF2-40B4-BE49-F238E27FC236}">
                <a16:creationId xmlns:a16="http://schemas.microsoft.com/office/drawing/2014/main" id="{1E29FCA3-06D1-BD12-C81B-0DAF8C94EA70}"/>
              </a:ext>
            </a:extLst>
          </p:cNvPr>
          <p:cNvSpPr/>
          <p:nvPr/>
        </p:nvSpPr>
        <p:spPr>
          <a:xfrm>
            <a:off x="7112000" y="4381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vi-VN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</a:t>
            </a:r>
          </a:p>
          <a:p>
            <a:pPr algn="ctr"/>
            <a:r>
              <a:rPr lang="vi-VN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dữ liệu · tự tưới</a:t>
            </a:r>
            <a:endParaRPr lang="en-US" sz="2000">
              <a:solidFill>
                <a:srgbClr val="DCE7D3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5" name="Box App">
            <a:extLst>
              <a:ext uri="{FF2B5EF4-FFF2-40B4-BE49-F238E27FC236}">
                <a16:creationId xmlns:a16="http://schemas.microsoft.com/office/drawing/2014/main" id="{25BB012C-0CE3-D86A-0D98-7299C8CC8813}"/>
              </a:ext>
            </a:extLst>
          </p:cNvPr>
          <p:cNvSpPr/>
          <p:nvPr/>
        </p:nvSpPr>
        <p:spPr>
          <a:xfrm>
            <a:off x="13449300" y="4381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Application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xem &amp; điều khiển cây</a:t>
            </a:r>
          </a:p>
        </p:txBody>
      </p:sp>
      <p:sp>
        <p:nvSpPr>
          <p:cNvPr id="16" name="Code REST">
            <a:extLst>
              <a:ext uri="{FF2B5EF4-FFF2-40B4-BE49-F238E27FC236}">
                <a16:creationId xmlns:a16="http://schemas.microsoft.com/office/drawing/2014/main" id="{FB1A56B4-6132-5D41-50CE-5082C3485C72}"/>
              </a:ext>
            </a:extLst>
          </p:cNvPr>
          <p:cNvSpPr/>
          <p:nvPr/>
        </p:nvSpPr>
        <p:spPr>
          <a:xfrm>
            <a:off x="7740650" y="6667500"/>
            <a:ext cx="8890000" cy="1397000"/>
          </a:xfrm>
          <a:prstGeom prst="roundRect">
            <a:avLst>
              <a:gd name="adj" fmla="val 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50800" rIns="2540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/api/sensordata/latest/ESP32S3_Zone1</a:t>
            </a:r>
          </a:p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 "deviceId": "ESP32S3_Zone1", "soilPercent": 23,</a:t>
            </a:r>
          </a:p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"temperature": 28.4, "pumpOn": false, "mode": "auto" }</a:t>
            </a:r>
          </a:p>
        </p:txBody>
      </p:sp>
      <p:cxnSp>
        <p:nvCxnSpPr>
          <p:cNvPr id="17" name="Arrow subscribe">
            <a:extLst>
              <a:ext uri="{FF2B5EF4-FFF2-40B4-BE49-F238E27FC236}">
                <a16:creationId xmlns:a16="http://schemas.microsoft.com/office/drawing/2014/main" id="{14CD4CAE-7A3C-6066-E4A6-0A14E7C26EC8}"/>
              </a:ext>
            </a:extLst>
          </p:cNvPr>
          <p:cNvCxnSpPr/>
          <p:nvPr/>
        </p:nvCxnSpPr>
        <p:spPr>
          <a:xfrm>
            <a:off x="3276600" y="5207000"/>
            <a:ext cx="36576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rrow REST">
            <a:extLst>
              <a:ext uri="{FF2B5EF4-FFF2-40B4-BE49-F238E27FC236}">
                <a16:creationId xmlns:a16="http://schemas.microsoft.com/office/drawing/2014/main" id="{B9860BBD-C5E9-5603-8804-B190EC761E6F}"/>
              </a:ext>
            </a:extLst>
          </p:cNvPr>
          <p:cNvCxnSpPr/>
          <p:nvPr/>
        </p:nvCxnSpPr>
        <p:spPr>
          <a:xfrm>
            <a:off x="11099800" y="5207000"/>
            <a:ext cx="21717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abel subscribe">
            <a:extLst>
              <a:ext uri="{FF2B5EF4-FFF2-40B4-BE49-F238E27FC236}">
                <a16:creationId xmlns:a16="http://schemas.microsoft.com/office/drawing/2014/main" id="{E5125F4A-F863-4BBE-0A94-8B37F320109F}"/>
              </a:ext>
            </a:extLst>
          </p:cNvPr>
          <p:cNvSpPr txBox="1"/>
          <p:nvPr/>
        </p:nvSpPr>
        <p:spPr>
          <a:xfrm>
            <a:off x="3200400" y="4140200"/>
            <a:ext cx="3810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Đăng kí kênh</a:t>
            </a:r>
          </a:p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xmini/sensor_data</a:t>
            </a:r>
          </a:p>
        </p:txBody>
      </p:sp>
      <p:sp>
        <p:nvSpPr>
          <p:cNvPr id="20" name="Label REST">
            <a:extLst>
              <a:ext uri="{FF2B5EF4-FFF2-40B4-BE49-F238E27FC236}">
                <a16:creationId xmlns:a16="http://schemas.microsoft.com/office/drawing/2014/main" id="{CBBDEC7A-F28E-2B83-C284-87744D6DF29B}"/>
              </a:ext>
            </a:extLst>
          </p:cNvPr>
          <p:cNvSpPr txBox="1"/>
          <p:nvPr/>
        </p:nvSpPr>
        <p:spPr>
          <a:xfrm>
            <a:off x="10915650" y="4546600"/>
            <a:ext cx="254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REST API</a:t>
            </a:r>
          </a:p>
        </p:txBody>
      </p:sp>
      <p:sp>
        <p:nvSpPr>
          <p:cNvPr id="21" name="Label HiveMQ">
            <a:extLst>
              <a:ext uri="{FF2B5EF4-FFF2-40B4-BE49-F238E27FC236}">
                <a16:creationId xmlns:a16="http://schemas.microsoft.com/office/drawing/2014/main" id="{33E09079-56F1-F1BF-AC22-8A56101395E9}"/>
              </a:ext>
            </a:extLst>
          </p:cNvPr>
          <p:cNvSpPr txBox="1"/>
          <p:nvPr/>
        </p:nvSpPr>
        <p:spPr>
          <a:xfrm>
            <a:off x="393700" y="6324600"/>
            <a:ext cx="3340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HiveMQ</a:t>
            </a:r>
          </a:p>
        </p:txBody>
      </p:sp>
      <p:sp>
        <p:nvSpPr>
          <p:cNvPr id="22" name="Progress seg 1">
            <a:extLst>
              <a:ext uri="{FF2B5EF4-FFF2-40B4-BE49-F238E27FC236}">
                <a16:creationId xmlns:a16="http://schemas.microsoft.com/office/drawing/2014/main" id="{EDF26862-5C61-46AA-E640-E1E8FB0992C5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rogress seg 2">
            <a:extLst>
              <a:ext uri="{FF2B5EF4-FFF2-40B4-BE49-F238E27FC236}">
                <a16:creationId xmlns:a16="http://schemas.microsoft.com/office/drawing/2014/main" id="{81235F66-BEBD-968B-8DC4-F8E1D43D10F1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rogress seg 3">
            <a:extLst>
              <a:ext uri="{FF2B5EF4-FFF2-40B4-BE49-F238E27FC236}">
                <a16:creationId xmlns:a16="http://schemas.microsoft.com/office/drawing/2014/main" id="{437DD702-1278-3611-C131-159EFDCBC4A9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4">
            <a:extLst>
              <a:ext uri="{FF2B5EF4-FFF2-40B4-BE49-F238E27FC236}">
                <a16:creationId xmlns:a16="http://schemas.microsoft.com/office/drawing/2014/main" id="{2B86FA32-676C-5CDA-0768-63574E163B7E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5">
            <a:extLst>
              <a:ext uri="{FF2B5EF4-FFF2-40B4-BE49-F238E27FC236}">
                <a16:creationId xmlns:a16="http://schemas.microsoft.com/office/drawing/2014/main" id="{014E7A15-D67B-BFEE-D3B0-32D11A529C5E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6">
            <a:extLst>
              <a:ext uri="{FF2B5EF4-FFF2-40B4-BE49-F238E27FC236}">
                <a16:creationId xmlns:a16="http://schemas.microsoft.com/office/drawing/2014/main" id="{222AF762-65E9-E0C6-9588-09EB2AC1509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label">
            <a:extLst>
              <a:ext uri="{FF2B5EF4-FFF2-40B4-BE49-F238E27FC236}">
                <a16:creationId xmlns:a16="http://schemas.microsoft.com/office/drawing/2014/main" id="{1BEE9828-85C5-EF89-9FCC-EBB188020AC2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38225"/>
            <a:ext cx="6307321" cy="11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Chế độ auto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699" y="3412993"/>
            <a:ext cx="9906000" cy="173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Không ai tưới,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cây có tự được chăm không?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pic>
        <p:nvPicPr>
          <p:cNvPr id="8" name="Question image">
            <a:extLst>
              <a:ext uri="{FF2B5EF4-FFF2-40B4-BE49-F238E27FC236}">
                <a16:creationId xmlns:a16="http://schemas.microsoft.com/office/drawing/2014/main" id="{1E628F1F-6A94-75A9-6376-4997894228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5" b="5755"/>
          <a:stretch>
            <a:fillRect/>
          </a:stretch>
        </p:blipFill>
        <p:spPr>
          <a:xfrm>
            <a:off x="10541000" y="0"/>
            <a:ext cx="7747000" cy="10287000"/>
          </a:xfrm>
          <a:prstGeom prst="rect">
            <a:avLst/>
          </a:prstGeom>
        </p:spPr>
      </p:pic>
      <p:sp>
        <p:nvSpPr>
          <p:cNvPr id="9" name="Progress seg 1">
            <a:extLst>
              <a:ext uri="{FF2B5EF4-FFF2-40B4-BE49-F238E27FC236}">
                <a16:creationId xmlns:a16="http://schemas.microsoft.com/office/drawing/2014/main" id="{F00C6E04-138C-8882-48E9-E13046981DFC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2">
            <a:extLst>
              <a:ext uri="{FF2B5EF4-FFF2-40B4-BE49-F238E27FC236}">
                <a16:creationId xmlns:a16="http://schemas.microsoft.com/office/drawing/2014/main" id="{F93001A9-9C05-5D9A-AFF7-EF81A9191754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seg 3">
            <a:extLst>
              <a:ext uri="{FF2B5EF4-FFF2-40B4-BE49-F238E27FC236}">
                <a16:creationId xmlns:a16="http://schemas.microsoft.com/office/drawing/2014/main" id="{B0EAB6FD-3956-E241-2A9C-40EBA1658545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rogress seg 4">
            <a:extLst>
              <a:ext uri="{FF2B5EF4-FFF2-40B4-BE49-F238E27FC236}">
                <a16:creationId xmlns:a16="http://schemas.microsoft.com/office/drawing/2014/main" id="{197D78B5-DBA0-8926-C35B-7521BBD52772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5">
            <a:extLst>
              <a:ext uri="{FF2B5EF4-FFF2-40B4-BE49-F238E27FC236}">
                <a16:creationId xmlns:a16="http://schemas.microsoft.com/office/drawing/2014/main" id="{ED0FB7BC-AFE6-F8E4-AFCC-F5412B55E0D7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6">
            <a:extLst>
              <a:ext uri="{FF2B5EF4-FFF2-40B4-BE49-F238E27FC236}">
                <a16:creationId xmlns:a16="http://schemas.microsoft.com/office/drawing/2014/main" id="{172D9EEC-CD7B-0BF7-6EC6-68ED25072F51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label">
            <a:extLst>
              <a:ext uri="{FF2B5EF4-FFF2-40B4-BE49-F238E27FC236}">
                <a16:creationId xmlns:a16="http://schemas.microsoft.com/office/drawing/2014/main" id="{D0656429-7B7B-F8E2-90E4-932F426F0A1B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9 / 24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80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C8F071D-7346-DC86-3CFB-6714E5D4C741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vi-VN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Chế độ auto: tưới theo ngưỡng</a:t>
            </a:r>
            <a:endParaRPr lang="en-US" sz="7999" b="1">
              <a:solidFill>
                <a:srgbClr val="6D8856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Band wet">
            <a:extLst>
              <a:ext uri="{FF2B5EF4-FFF2-40B4-BE49-F238E27FC236}">
                <a16:creationId xmlns:a16="http://schemas.microsoft.com/office/drawing/2014/main" id="{51C9C93A-DE26-0F62-EB42-2231DC49F314}"/>
              </a:ext>
            </a:extLst>
          </p:cNvPr>
          <p:cNvSpPr/>
          <p:nvPr/>
        </p:nvSpPr>
        <p:spPr>
          <a:xfrm>
            <a:off x="1905000" y="3657600"/>
            <a:ext cx="1016000" cy="2194560"/>
          </a:xfrm>
          <a:prstGeom prst="roundRect">
            <a:avLst>
              <a:gd name="adj" fmla="val 0"/>
            </a:avLst>
          </a:prstGeom>
          <a:solidFill>
            <a:srgbClr val="D3E6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Band mid">
            <a:extLst>
              <a:ext uri="{FF2B5EF4-FFF2-40B4-BE49-F238E27FC236}">
                <a16:creationId xmlns:a16="http://schemas.microsoft.com/office/drawing/2014/main" id="{ABBE6F23-A3F7-9E5B-4868-BCF094A28FFF}"/>
              </a:ext>
            </a:extLst>
          </p:cNvPr>
          <p:cNvSpPr/>
          <p:nvPr/>
        </p:nvSpPr>
        <p:spPr>
          <a:xfrm>
            <a:off x="1905000" y="5852160"/>
            <a:ext cx="1016000" cy="1645920"/>
          </a:xfrm>
          <a:prstGeom prst="roundRect">
            <a:avLst>
              <a:gd name="adj" fmla="val 0"/>
            </a:avLst>
          </a:prstGeom>
          <a:solidFill>
            <a:srgbClr val="E3EBD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Band dry">
            <a:extLst>
              <a:ext uri="{FF2B5EF4-FFF2-40B4-BE49-F238E27FC236}">
                <a16:creationId xmlns:a16="http://schemas.microsoft.com/office/drawing/2014/main" id="{16A0D3F0-D464-DD08-AA3E-7F14EDAEE9BA}"/>
              </a:ext>
            </a:extLst>
          </p:cNvPr>
          <p:cNvSpPr/>
          <p:nvPr/>
        </p:nvSpPr>
        <p:spPr>
          <a:xfrm>
            <a:off x="1905000" y="7498080"/>
            <a:ext cx="1016000" cy="1645920"/>
          </a:xfrm>
          <a:prstGeom prst="roundRect">
            <a:avLst>
              <a:gd name="adj" fmla="val 0"/>
            </a:avLst>
          </a:prstGeom>
          <a:solidFill>
            <a:srgbClr val="F6DCC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Rule 1">
            <a:extLst>
              <a:ext uri="{FF2B5EF4-FFF2-40B4-BE49-F238E27FC236}">
                <a16:creationId xmlns:a16="http://schemas.microsoft.com/office/drawing/2014/main" id="{F9E0D749-FC39-E182-C033-D5245AA983AB}"/>
              </a:ext>
            </a:extLst>
          </p:cNvPr>
          <p:cNvSpPr/>
          <p:nvPr/>
        </p:nvSpPr>
        <p:spPr>
          <a:xfrm>
            <a:off x="8128000" y="36576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Đất dưới 30% và đã hết thời gian nghỉ → bật bơm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Rule dot 1">
            <a:extLst>
              <a:ext uri="{FF2B5EF4-FFF2-40B4-BE49-F238E27FC236}">
                <a16:creationId xmlns:a16="http://schemas.microsoft.com/office/drawing/2014/main" id="{000EB4EB-BAF1-603D-86D2-F24B3F207E67}"/>
              </a:ext>
            </a:extLst>
          </p:cNvPr>
          <p:cNvSpPr/>
          <p:nvPr/>
        </p:nvSpPr>
        <p:spPr>
          <a:xfrm>
            <a:off x="8382000" y="39751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9A5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Rule 2">
            <a:extLst>
              <a:ext uri="{FF2B5EF4-FFF2-40B4-BE49-F238E27FC236}">
                <a16:creationId xmlns:a16="http://schemas.microsoft.com/office/drawing/2014/main" id="{AEC64E72-AD38-A07B-9D74-D07C92B8B8F3}"/>
              </a:ext>
            </a:extLst>
          </p:cNvPr>
          <p:cNvSpPr/>
          <p:nvPr/>
        </p:nvSpPr>
        <p:spPr>
          <a:xfrm>
            <a:off x="8128000" y="46990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Đất trên 60% → tắt bơm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9" name="Rule dot 2">
            <a:extLst>
              <a:ext uri="{FF2B5EF4-FFF2-40B4-BE49-F238E27FC236}">
                <a16:creationId xmlns:a16="http://schemas.microsoft.com/office/drawing/2014/main" id="{2F0C4007-9C9D-9A36-729B-3E76C39D9A62}"/>
              </a:ext>
            </a:extLst>
          </p:cNvPr>
          <p:cNvSpPr/>
          <p:nvPr/>
        </p:nvSpPr>
        <p:spPr>
          <a:xfrm>
            <a:off x="8382000" y="50165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FA8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Rule 3">
            <a:extLst>
              <a:ext uri="{FF2B5EF4-FFF2-40B4-BE49-F238E27FC236}">
                <a16:creationId xmlns:a16="http://schemas.microsoft.com/office/drawing/2014/main" id="{7D50E85A-F0B2-9870-55B4-74D066FBE83B}"/>
              </a:ext>
            </a:extLst>
          </p:cNvPr>
          <p:cNvSpPr/>
          <p:nvPr/>
        </p:nvSpPr>
        <p:spPr>
          <a:xfrm>
            <a:off x="8128000" y="57404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Từ 30% đến 60% → giữ nguyên, tránh bật/tắt liên tục</a:t>
            </a:r>
          </a:p>
        </p:txBody>
      </p:sp>
      <p:sp>
        <p:nvSpPr>
          <p:cNvPr id="11" name="Rule dot 3">
            <a:extLst>
              <a:ext uri="{FF2B5EF4-FFF2-40B4-BE49-F238E27FC236}">
                <a16:creationId xmlns:a16="http://schemas.microsoft.com/office/drawing/2014/main" id="{16475FF7-C78C-244E-0968-29DAC1502AA2}"/>
              </a:ext>
            </a:extLst>
          </p:cNvPr>
          <p:cNvSpPr/>
          <p:nvPr/>
        </p:nvSpPr>
        <p:spPr>
          <a:xfrm>
            <a:off x="8382000" y="60579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2" name="Code auto">
            <a:extLst>
              <a:ext uri="{FF2B5EF4-FFF2-40B4-BE49-F238E27FC236}">
                <a16:creationId xmlns:a16="http://schemas.microsoft.com/office/drawing/2014/main" id="{EF5BB063-F9AE-1EA3-6C36-946EAB8BAE58}"/>
              </a:ext>
            </a:extLst>
          </p:cNvPr>
          <p:cNvSpPr/>
          <p:nvPr/>
        </p:nvSpPr>
        <p:spPr>
          <a:xfrm>
            <a:off x="8128000" y="6858000"/>
            <a:ext cx="9131300" cy="6096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50800" rIns="254000" bIns="50800" rtlCol="0" anchor="ctr"/>
          <a:lstStyle/>
          <a:p>
            <a:r>
              <a:rPr lang="fr-FR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Server gửi: </a:t>
            </a:r>
            <a:r>
              <a:rPr lang="fr-FR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{"pump": true, "mode": "auto"}</a:t>
            </a:r>
            <a:endParaRPr lang="en-US">
              <a:solidFill>
                <a:srgbClr val="F2C94C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3" name="Safety">
            <a:extLst>
              <a:ext uri="{FF2B5EF4-FFF2-40B4-BE49-F238E27FC236}">
                <a16:creationId xmlns:a16="http://schemas.microsoft.com/office/drawing/2014/main" id="{F9465853-2670-49BC-8AEA-24DCB815D727}"/>
              </a:ext>
            </a:extLst>
          </p:cNvPr>
          <p:cNvSpPr/>
          <p:nvPr/>
        </p:nvSpPr>
        <p:spPr>
          <a:xfrm>
            <a:off x="8128000" y="7696200"/>
            <a:ext cx="9131300" cy="14478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Chỉ chạy khi chế độ là auto</a:t>
            </a:r>
          </a:p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Nghỉ giữa 2 lần tưới, bơm tự ngắt nếu chạy quá lâu</a:t>
            </a:r>
          </a:p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Ngưỡng chỉnh được qua app hoặc AI (set_device_config)</a:t>
            </a:r>
            <a:endParaRPr lang="en-US" sz="2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4" name="Threshold 60">
            <a:extLst>
              <a:ext uri="{FF2B5EF4-FFF2-40B4-BE49-F238E27FC236}">
                <a16:creationId xmlns:a16="http://schemas.microsoft.com/office/drawing/2014/main" id="{6505397F-7225-1DFB-9AB9-6CF3D7C88983}"/>
              </a:ext>
            </a:extLst>
          </p:cNvPr>
          <p:cNvCxnSpPr/>
          <p:nvPr/>
        </p:nvCxnSpPr>
        <p:spPr>
          <a:xfrm>
            <a:off x="1778000" y="5852160"/>
            <a:ext cx="1270000" cy="0"/>
          </a:xfrm>
          <a:prstGeom prst="line">
            <a:avLst/>
          </a:prstGeom>
          <a:ln w="31750">
            <a:solidFill>
              <a:srgbClr val="5A7745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hreshold 30">
            <a:extLst>
              <a:ext uri="{FF2B5EF4-FFF2-40B4-BE49-F238E27FC236}">
                <a16:creationId xmlns:a16="http://schemas.microsoft.com/office/drawing/2014/main" id="{9F55E76F-D7DF-8515-B86F-CA7785B0183A}"/>
              </a:ext>
            </a:extLst>
          </p:cNvPr>
          <p:cNvCxnSpPr/>
          <p:nvPr/>
        </p:nvCxnSpPr>
        <p:spPr>
          <a:xfrm>
            <a:off x="1778000" y="7498080"/>
            <a:ext cx="1270000" cy="0"/>
          </a:xfrm>
          <a:prstGeom prst="line">
            <a:avLst/>
          </a:prstGeom>
          <a:ln w="31750">
            <a:solidFill>
              <a:srgbClr val="5A7745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auge header">
            <a:extLst>
              <a:ext uri="{FF2B5EF4-FFF2-40B4-BE49-F238E27FC236}">
                <a16:creationId xmlns:a16="http://schemas.microsoft.com/office/drawing/2014/main" id="{D4C647E9-F49E-7EF7-DFD4-99186EE7B92E}"/>
              </a:ext>
            </a:extLst>
          </p:cNvPr>
          <p:cNvSpPr txBox="1"/>
          <p:nvPr/>
        </p:nvSpPr>
        <p:spPr>
          <a:xfrm>
            <a:off x="1028700" y="3048000"/>
            <a:ext cx="508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Độ ẩm đất</a:t>
            </a:r>
          </a:p>
        </p:txBody>
      </p:sp>
      <p:sp>
        <p:nvSpPr>
          <p:cNvPr id="17" name="Rules header">
            <a:extLst>
              <a:ext uri="{FF2B5EF4-FFF2-40B4-BE49-F238E27FC236}">
                <a16:creationId xmlns:a16="http://schemas.microsoft.com/office/drawing/2014/main" id="{6E1C4710-8D26-D458-0560-2CF5837D9F9A}"/>
              </a:ext>
            </a:extLst>
          </p:cNvPr>
          <p:cNvSpPr txBox="1"/>
          <p:nvPr/>
        </p:nvSpPr>
        <p:spPr>
          <a:xfrm>
            <a:off x="8128000" y="3048000"/>
            <a:ext cx="9131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lần nhận dữ liệu (~10 giây), server kiểm tra:</a:t>
            </a:r>
          </a:p>
        </p:txBody>
      </p:sp>
      <p:sp>
        <p:nvSpPr>
          <p:cNvPr id="18" name="Axis 100">
            <a:extLst>
              <a:ext uri="{FF2B5EF4-FFF2-40B4-BE49-F238E27FC236}">
                <a16:creationId xmlns:a16="http://schemas.microsoft.com/office/drawing/2014/main" id="{EC538A3A-E1F1-0CCF-2995-B3D37AF4500A}"/>
              </a:ext>
            </a:extLst>
          </p:cNvPr>
          <p:cNvSpPr txBox="1"/>
          <p:nvPr/>
        </p:nvSpPr>
        <p:spPr>
          <a:xfrm>
            <a:off x="1028700" y="3505200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100%</a:t>
            </a:r>
          </a:p>
        </p:txBody>
      </p:sp>
      <p:sp>
        <p:nvSpPr>
          <p:cNvPr id="19" name="Axis 60">
            <a:extLst>
              <a:ext uri="{FF2B5EF4-FFF2-40B4-BE49-F238E27FC236}">
                <a16:creationId xmlns:a16="http://schemas.microsoft.com/office/drawing/2014/main" id="{52FBC290-826D-46B6-83FE-3CC1F6D561DE}"/>
              </a:ext>
            </a:extLst>
          </p:cNvPr>
          <p:cNvSpPr txBox="1"/>
          <p:nvPr/>
        </p:nvSpPr>
        <p:spPr>
          <a:xfrm>
            <a:off x="1028700" y="5674360"/>
            <a:ext cx="76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60%</a:t>
            </a:r>
          </a:p>
        </p:txBody>
      </p:sp>
      <p:sp>
        <p:nvSpPr>
          <p:cNvPr id="20" name="Axis 30">
            <a:extLst>
              <a:ext uri="{FF2B5EF4-FFF2-40B4-BE49-F238E27FC236}">
                <a16:creationId xmlns:a16="http://schemas.microsoft.com/office/drawing/2014/main" id="{49FBC92B-62DB-DC82-81C3-19A55B4AE231}"/>
              </a:ext>
            </a:extLst>
          </p:cNvPr>
          <p:cNvSpPr txBox="1"/>
          <p:nvPr/>
        </p:nvSpPr>
        <p:spPr>
          <a:xfrm>
            <a:off x="1028700" y="7320280"/>
            <a:ext cx="76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30%</a:t>
            </a:r>
          </a:p>
        </p:txBody>
      </p:sp>
      <p:sp>
        <p:nvSpPr>
          <p:cNvPr id="21" name="Axis 0">
            <a:extLst>
              <a:ext uri="{FF2B5EF4-FFF2-40B4-BE49-F238E27FC236}">
                <a16:creationId xmlns:a16="http://schemas.microsoft.com/office/drawing/2014/main" id="{C44168A4-D39C-C21F-5384-7551A1C0063A}"/>
              </a:ext>
            </a:extLst>
          </p:cNvPr>
          <p:cNvSpPr txBox="1"/>
          <p:nvPr/>
        </p:nvSpPr>
        <p:spPr>
          <a:xfrm>
            <a:off x="1028700" y="8991600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0%</a:t>
            </a:r>
          </a:p>
        </p:txBody>
      </p:sp>
      <p:sp>
        <p:nvSpPr>
          <p:cNvPr id="22" name="Band wet text">
            <a:extLst>
              <a:ext uri="{FF2B5EF4-FFF2-40B4-BE49-F238E27FC236}">
                <a16:creationId xmlns:a16="http://schemas.microsoft.com/office/drawing/2014/main" id="{B64960AA-53C6-8F18-B04C-F77ABA821BFE}"/>
              </a:ext>
            </a:extLst>
          </p:cNvPr>
          <p:cNvSpPr txBox="1"/>
          <p:nvPr/>
        </p:nvSpPr>
        <p:spPr>
          <a:xfrm>
            <a:off x="3200400" y="4323080"/>
            <a:ext cx="4318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Đủ ẩm</a:t>
            </a:r>
            <a:b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→ tắt bơm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3" name="Band mid text">
            <a:extLst>
              <a:ext uri="{FF2B5EF4-FFF2-40B4-BE49-F238E27FC236}">
                <a16:creationId xmlns:a16="http://schemas.microsoft.com/office/drawing/2014/main" id="{304D5D29-BEA7-2727-B695-7462E3AE9661}"/>
              </a:ext>
            </a:extLst>
          </p:cNvPr>
          <p:cNvSpPr txBox="1"/>
          <p:nvPr/>
        </p:nvSpPr>
        <p:spPr>
          <a:xfrm>
            <a:off x="3200400" y="6459220"/>
            <a:ext cx="431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Giữ nguyên</a:t>
            </a:r>
          </a:p>
        </p:txBody>
      </p:sp>
      <p:sp>
        <p:nvSpPr>
          <p:cNvPr id="24" name="Band dry text">
            <a:extLst>
              <a:ext uri="{FF2B5EF4-FFF2-40B4-BE49-F238E27FC236}">
                <a16:creationId xmlns:a16="http://schemas.microsoft.com/office/drawing/2014/main" id="{3BFB7AC5-F761-8C1B-45B8-064C78408B19}"/>
              </a:ext>
            </a:extLst>
          </p:cNvPr>
          <p:cNvSpPr txBox="1"/>
          <p:nvPr/>
        </p:nvSpPr>
        <p:spPr>
          <a:xfrm>
            <a:off x="3200400" y="7889240"/>
            <a:ext cx="4318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Khô</a:t>
            </a:r>
            <a:b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→ bật bơm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5" name="Progress seg 1">
            <a:extLst>
              <a:ext uri="{FF2B5EF4-FFF2-40B4-BE49-F238E27FC236}">
                <a16:creationId xmlns:a16="http://schemas.microsoft.com/office/drawing/2014/main" id="{2BC85058-B111-5D25-4ABD-0390EB713103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2">
            <a:extLst>
              <a:ext uri="{FF2B5EF4-FFF2-40B4-BE49-F238E27FC236}">
                <a16:creationId xmlns:a16="http://schemas.microsoft.com/office/drawing/2014/main" id="{91777672-4CD5-C266-ECA5-60624CF890E3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3">
            <a:extLst>
              <a:ext uri="{FF2B5EF4-FFF2-40B4-BE49-F238E27FC236}">
                <a16:creationId xmlns:a16="http://schemas.microsoft.com/office/drawing/2014/main" id="{567487DB-4585-5795-AF5F-75451D736494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4">
            <a:extLst>
              <a:ext uri="{FF2B5EF4-FFF2-40B4-BE49-F238E27FC236}">
                <a16:creationId xmlns:a16="http://schemas.microsoft.com/office/drawing/2014/main" id="{F1303B3F-FE8E-75CC-636D-23919A243426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5">
            <a:extLst>
              <a:ext uri="{FF2B5EF4-FFF2-40B4-BE49-F238E27FC236}">
                <a16:creationId xmlns:a16="http://schemas.microsoft.com/office/drawing/2014/main" id="{99CDBF23-CA63-AA02-23FA-0548387EBC83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seg 6">
            <a:extLst>
              <a:ext uri="{FF2B5EF4-FFF2-40B4-BE49-F238E27FC236}">
                <a16:creationId xmlns:a16="http://schemas.microsoft.com/office/drawing/2014/main" id="{2411CB58-6B5A-7B2B-759D-D1B6EB8E9AF4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rogress label">
            <a:extLst>
              <a:ext uri="{FF2B5EF4-FFF2-40B4-BE49-F238E27FC236}">
                <a16:creationId xmlns:a16="http://schemas.microsoft.com/office/drawing/2014/main" id="{8C1A1896-E08B-8EF0-C984-BE51AF3D066B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10 / 24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3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6E39276-AB97-ED15-D0C6-EE56C9C6A29B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vi-VN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Cài đặt ngưỡng tưới</a:t>
            </a:r>
            <a:endParaRPr lang="en-US" sz="7999" b="1">
              <a:solidFill>
                <a:srgbClr val="6D8856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h card 1">
            <a:extLst>
              <a:ext uri="{FF2B5EF4-FFF2-40B4-BE49-F238E27FC236}">
                <a16:creationId xmlns:a16="http://schemas.microsoft.com/office/drawing/2014/main" id="{25F8DAFB-E647-2972-AE61-BC9E5E177AD4}"/>
              </a:ext>
            </a:extLst>
          </p:cNvPr>
          <p:cNvSpPr/>
          <p:nvPr/>
        </p:nvSpPr>
        <p:spPr>
          <a:xfrm>
            <a:off x="1028700" y="34290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Th card 2">
            <a:extLst>
              <a:ext uri="{FF2B5EF4-FFF2-40B4-BE49-F238E27FC236}">
                <a16:creationId xmlns:a16="http://schemas.microsoft.com/office/drawing/2014/main" id="{1851F707-FFC2-E112-CD10-BF8F8D366F73}"/>
              </a:ext>
            </a:extLst>
          </p:cNvPr>
          <p:cNvSpPr/>
          <p:nvPr/>
        </p:nvSpPr>
        <p:spPr>
          <a:xfrm>
            <a:off x="1028700" y="43942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Th card 3">
            <a:extLst>
              <a:ext uri="{FF2B5EF4-FFF2-40B4-BE49-F238E27FC236}">
                <a16:creationId xmlns:a16="http://schemas.microsoft.com/office/drawing/2014/main" id="{C47C23FA-9DB6-2FB7-C041-F5DAE3837DA0}"/>
              </a:ext>
            </a:extLst>
          </p:cNvPr>
          <p:cNvSpPr/>
          <p:nvPr/>
        </p:nvSpPr>
        <p:spPr>
          <a:xfrm>
            <a:off x="1028700" y="53594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Th card 4">
            <a:extLst>
              <a:ext uri="{FF2B5EF4-FFF2-40B4-BE49-F238E27FC236}">
                <a16:creationId xmlns:a16="http://schemas.microsoft.com/office/drawing/2014/main" id="{591092F5-D2AA-76F7-0ECC-8BD6A82C5626}"/>
              </a:ext>
            </a:extLst>
          </p:cNvPr>
          <p:cNvSpPr/>
          <p:nvPr/>
        </p:nvSpPr>
        <p:spPr>
          <a:xfrm>
            <a:off x="1028700" y="63246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Way app card">
            <a:extLst>
              <a:ext uri="{FF2B5EF4-FFF2-40B4-BE49-F238E27FC236}">
                <a16:creationId xmlns:a16="http://schemas.microsoft.com/office/drawing/2014/main" id="{2F4470AA-92C6-BC39-F00F-7CBF1C1D7A95}"/>
              </a:ext>
            </a:extLst>
          </p:cNvPr>
          <p:cNvSpPr/>
          <p:nvPr/>
        </p:nvSpPr>
        <p:spPr>
          <a:xfrm>
            <a:off x="9398000" y="3429000"/>
            <a:ext cx="7861300" cy="1778000"/>
          </a:xfrm>
          <a:prstGeom prst="roundRect">
            <a:avLst>
              <a:gd name="adj" fmla="val 1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Way app code">
            <a:extLst>
              <a:ext uri="{FF2B5EF4-FFF2-40B4-BE49-F238E27FC236}">
                <a16:creationId xmlns:a16="http://schemas.microsoft.com/office/drawing/2014/main" id="{F5A941B7-BAA4-BC01-846C-9F941120B9B5}"/>
              </a:ext>
            </a:extLst>
          </p:cNvPr>
          <p:cNvSpPr/>
          <p:nvPr/>
        </p:nvSpPr>
        <p:spPr>
          <a:xfrm>
            <a:off x="9677400" y="4089400"/>
            <a:ext cx="7302500" cy="939800"/>
          </a:xfrm>
          <a:prstGeom prst="roundRect">
            <a:avLst>
              <a:gd name="adj" fmla="val 12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PUT /api/control/{id}/config</a:t>
            </a:r>
          </a:p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{"soil_on_pct": 25, "soil_off_pct": 65}</a:t>
            </a:r>
          </a:p>
        </p:txBody>
      </p:sp>
      <p:sp>
        <p:nvSpPr>
          <p:cNvPr id="9" name="Way ai card">
            <a:extLst>
              <a:ext uri="{FF2B5EF4-FFF2-40B4-BE49-F238E27FC236}">
                <a16:creationId xmlns:a16="http://schemas.microsoft.com/office/drawing/2014/main" id="{058EA852-D706-FD34-39E4-A4CDFF8E09D1}"/>
              </a:ext>
            </a:extLst>
          </p:cNvPr>
          <p:cNvSpPr/>
          <p:nvPr/>
        </p:nvSpPr>
        <p:spPr>
          <a:xfrm>
            <a:off x="9398000" y="5359400"/>
            <a:ext cx="7861300" cy="1778000"/>
          </a:xfrm>
          <a:prstGeom prst="roundRect">
            <a:avLst>
              <a:gd name="adj" fmla="val 1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Way ai code">
            <a:extLst>
              <a:ext uri="{FF2B5EF4-FFF2-40B4-BE49-F238E27FC236}">
                <a16:creationId xmlns:a16="http://schemas.microsoft.com/office/drawing/2014/main" id="{98CFD450-CECD-29E6-8D1B-FC367A7DEE17}"/>
              </a:ext>
            </a:extLst>
          </p:cNvPr>
          <p:cNvSpPr/>
          <p:nvPr/>
        </p:nvSpPr>
        <p:spPr>
          <a:xfrm>
            <a:off x="9677400" y="6019800"/>
            <a:ext cx="7302500" cy="939800"/>
          </a:xfrm>
          <a:prstGeom prst="roundRect">
            <a:avLst>
              <a:gd name="adj" fmla="val 12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MCP tool:</a:t>
            </a:r>
          </a:p>
          <a:p>
            <a:r>
              <a:rPr lang="en-US" sz="17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set_device_config</a:t>
            </a:r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(soil_on_pct=25)</a:t>
            </a:r>
          </a:p>
        </p:txBody>
      </p:sp>
      <p:sp>
        <p:nvSpPr>
          <p:cNvPr id="11" name="Flow 1">
            <a:extLst>
              <a:ext uri="{FF2B5EF4-FFF2-40B4-BE49-F238E27FC236}">
                <a16:creationId xmlns:a16="http://schemas.microsoft.com/office/drawing/2014/main" id="{507B72BC-0771-BAEB-5FF5-A8DCCCFE32EF}"/>
              </a:ext>
            </a:extLst>
          </p:cNvPr>
          <p:cNvSpPr/>
          <p:nvPr/>
        </p:nvSpPr>
        <p:spPr>
          <a:xfrm>
            <a:off x="1028700" y="7823200"/>
            <a:ext cx="3556000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gửi {"config": …}</a:t>
            </a:r>
            <a:b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xuống xmini/control</a:t>
            </a:r>
          </a:p>
        </p:txBody>
      </p:sp>
      <p:sp>
        <p:nvSpPr>
          <p:cNvPr id="12" name="Flow 2">
            <a:extLst>
              <a:ext uri="{FF2B5EF4-FFF2-40B4-BE49-F238E27FC236}">
                <a16:creationId xmlns:a16="http://schemas.microsoft.com/office/drawing/2014/main" id="{61012302-3880-C5D1-8AE0-8A64963A018A}"/>
              </a:ext>
            </a:extLst>
          </p:cNvPr>
          <p:cNvSpPr/>
          <p:nvPr/>
        </p:nvSpPr>
        <p:spPr>
          <a:xfrm>
            <a:off x="5253567" y="7823200"/>
            <a:ext cx="3555999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kiểm tra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và lưu vào bộ nhớ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Flow 3">
            <a:extLst>
              <a:ext uri="{FF2B5EF4-FFF2-40B4-BE49-F238E27FC236}">
                <a16:creationId xmlns:a16="http://schemas.microsoft.com/office/drawing/2014/main" id="{155B290C-9492-7D7F-8F41-F4A33A7C0B40}"/>
              </a:ext>
            </a:extLst>
          </p:cNvPr>
          <p:cNvSpPr/>
          <p:nvPr/>
        </p:nvSpPr>
        <p:spPr>
          <a:xfrm>
            <a:off x="9478433" y="7823200"/>
            <a:ext cx="3555999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báo lại</a:t>
            </a:r>
            <a:b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xmini/config</a:t>
            </a:r>
          </a:p>
        </p:txBody>
      </p:sp>
      <p:sp>
        <p:nvSpPr>
          <p:cNvPr id="14" name="Flow 4">
            <a:extLst>
              <a:ext uri="{FF2B5EF4-FFF2-40B4-BE49-F238E27FC236}">
                <a16:creationId xmlns:a16="http://schemas.microsoft.com/office/drawing/2014/main" id="{6C3F6365-16BE-2492-03AA-837E12D32E9C}"/>
              </a:ext>
            </a:extLst>
          </p:cNvPr>
          <p:cNvSpPr/>
          <p:nvPr/>
        </p:nvSpPr>
        <p:spPr>
          <a:xfrm>
            <a:off x="13703300" y="7823200"/>
            <a:ext cx="3556000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dùng ngưỡng mới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để tự tưới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5" name="Flow arrow 1">
            <a:extLst>
              <a:ext uri="{FF2B5EF4-FFF2-40B4-BE49-F238E27FC236}">
                <a16:creationId xmlns:a16="http://schemas.microsoft.com/office/drawing/2014/main" id="{21A88093-6BF5-173B-E72B-D49DE2908B84}"/>
              </a:ext>
            </a:extLst>
          </p:cNvPr>
          <p:cNvCxnSpPr/>
          <p:nvPr/>
        </p:nvCxnSpPr>
        <p:spPr>
          <a:xfrm>
            <a:off x="4686300" y="8331200"/>
            <a:ext cx="465667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Flow arrow 2">
            <a:extLst>
              <a:ext uri="{FF2B5EF4-FFF2-40B4-BE49-F238E27FC236}">
                <a16:creationId xmlns:a16="http://schemas.microsoft.com/office/drawing/2014/main" id="{6E5D8AC8-1872-C657-634C-17BE70EB191E}"/>
              </a:ext>
            </a:extLst>
          </p:cNvPr>
          <p:cNvCxnSpPr/>
          <p:nvPr/>
        </p:nvCxnSpPr>
        <p:spPr>
          <a:xfrm>
            <a:off x="8911167" y="8331200"/>
            <a:ext cx="465666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low arrow 3">
            <a:extLst>
              <a:ext uri="{FF2B5EF4-FFF2-40B4-BE49-F238E27FC236}">
                <a16:creationId xmlns:a16="http://schemas.microsoft.com/office/drawing/2014/main" id="{CE0FBB1C-F782-0A8D-29A1-19C485D6FAB5}"/>
              </a:ext>
            </a:extLst>
          </p:cNvPr>
          <p:cNvCxnSpPr/>
          <p:nvPr/>
        </p:nvCxnSpPr>
        <p:spPr>
          <a:xfrm>
            <a:off x="13136034" y="8331200"/>
            <a:ext cx="465666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header">
            <a:extLst>
              <a:ext uri="{FF2B5EF4-FFF2-40B4-BE49-F238E27FC236}">
                <a16:creationId xmlns:a16="http://schemas.microsoft.com/office/drawing/2014/main" id="{E283EDAD-12D0-43E1-0BA4-367B3864DF1A}"/>
              </a:ext>
            </a:extLst>
          </p:cNvPr>
          <p:cNvSpPr txBox="1"/>
          <p:nvPr/>
        </p:nvSpPr>
        <p:spPr>
          <a:xfrm>
            <a:off x="1028700" y="2819400"/>
            <a:ext cx="762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Các ngưỡng chính (ví dụ)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9" name="Th key 1">
            <a:extLst>
              <a:ext uri="{FF2B5EF4-FFF2-40B4-BE49-F238E27FC236}">
                <a16:creationId xmlns:a16="http://schemas.microsoft.com/office/drawing/2014/main" id="{B0B473A2-BFD7-E752-09F7-524949260EC5}"/>
              </a:ext>
            </a:extLst>
          </p:cNvPr>
          <p:cNvSpPr txBox="1"/>
          <p:nvPr/>
        </p:nvSpPr>
        <p:spPr>
          <a:xfrm>
            <a:off x="1282700" y="34290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soil_on_pct</a:t>
            </a:r>
          </a:p>
        </p:txBody>
      </p:sp>
      <p:sp>
        <p:nvSpPr>
          <p:cNvPr id="20" name="Th meaning 1">
            <a:extLst>
              <a:ext uri="{FF2B5EF4-FFF2-40B4-BE49-F238E27FC236}">
                <a16:creationId xmlns:a16="http://schemas.microsoft.com/office/drawing/2014/main" id="{0F92809F-F86B-5B3B-6832-DEE68915F921}"/>
              </a:ext>
            </a:extLst>
          </p:cNvPr>
          <p:cNvSpPr txBox="1"/>
          <p:nvPr/>
        </p:nvSpPr>
        <p:spPr>
          <a:xfrm>
            <a:off x="3949700" y="34290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Bật bơm khi đất dưới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1" name="Th value 1">
            <a:extLst>
              <a:ext uri="{FF2B5EF4-FFF2-40B4-BE49-F238E27FC236}">
                <a16:creationId xmlns:a16="http://schemas.microsoft.com/office/drawing/2014/main" id="{0483DDF5-9CCD-218F-6B1A-184E5323B755}"/>
              </a:ext>
            </a:extLst>
          </p:cNvPr>
          <p:cNvSpPr txBox="1"/>
          <p:nvPr/>
        </p:nvSpPr>
        <p:spPr>
          <a:xfrm>
            <a:off x="6997700" y="34290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30%</a:t>
            </a:r>
          </a:p>
        </p:txBody>
      </p:sp>
      <p:sp>
        <p:nvSpPr>
          <p:cNvPr id="22" name="Th key 2">
            <a:extLst>
              <a:ext uri="{FF2B5EF4-FFF2-40B4-BE49-F238E27FC236}">
                <a16:creationId xmlns:a16="http://schemas.microsoft.com/office/drawing/2014/main" id="{7B332ADF-F1D3-6071-E9CD-53ABFED623BE}"/>
              </a:ext>
            </a:extLst>
          </p:cNvPr>
          <p:cNvSpPr txBox="1"/>
          <p:nvPr/>
        </p:nvSpPr>
        <p:spPr>
          <a:xfrm>
            <a:off x="1282700" y="43942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soil_off_pct</a:t>
            </a:r>
          </a:p>
        </p:txBody>
      </p:sp>
      <p:sp>
        <p:nvSpPr>
          <p:cNvPr id="23" name="Th meaning 2">
            <a:extLst>
              <a:ext uri="{FF2B5EF4-FFF2-40B4-BE49-F238E27FC236}">
                <a16:creationId xmlns:a16="http://schemas.microsoft.com/office/drawing/2014/main" id="{E607954C-E911-241F-8093-F8FCF7D8DA0B}"/>
              </a:ext>
            </a:extLst>
          </p:cNvPr>
          <p:cNvSpPr txBox="1"/>
          <p:nvPr/>
        </p:nvSpPr>
        <p:spPr>
          <a:xfrm>
            <a:off x="3949700" y="43942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Tắt bơm khi đất trên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4" name="Th value 2">
            <a:extLst>
              <a:ext uri="{FF2B5EF4-FFF2-40B4-BE49-F238E27FC236}">
                <a16:creationId xmlns:a16="http://schemas.microsoft.com/office/drawing/2014/main" id="{A20E4817-1210-45B5-46EF-E5964A43B441}"/>
              </a:ext>
            </a:extLst>
          </p:cNvPr>
          <p:cNvSpPr txBox="1"/>
          <p:nvPr/>
        </p:nvSpPr>
        <p:spPr>
          <a:xfrm>
            <a:off x="6997700" y="43942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60%</a:t>
            </a:r>
          </a:p>
        </p:txBody>
      </p:sp>
      <p:sp>
        <p:nvSpPr>
          <p:cNvPr id="25" name="Th key 3">
            <a:extLst>
              <a:ext uri="{FF2B5EF4-FFF2-40B4-BE49-F238E27FC236}">
                <a16:creationId xmlns:a16="http://schemas.microsoft.com/office/drawing/2014/main" id="{89531C94-57E6-28E7-F3EE-DE0BC18F6244}"/>
              </a:ext>
            </a:extLst>
          </p:cNvPr>
          <p:cNvSpPr txBox="1"/>
          <p:nvPr/>
        </p:nvSpPr>
        <p:spPr>
          <a:xfrm>
            <a:off x="1282700" y="53594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pump_max_run_s</a:t>
            </a:r>
          </a:p>
        </p:txBody>
      </p:sp>
      <p:sp>
        <p:nvSpPr>
          <p:cNvPr id="26" name="Th meaning 3">
            <a:extLst>
              <a:ext uri="{FF2B5EF4-FFF2-40B4-BE49-F238E27FC236}">
                <a16:creationId xmlns:a16="http://schemas.microsoft.com/office/drawing/2014/main" id="{FFE77C7B-7260-EBEB-182F-9D364C306E0E}"/>
              </a:ext>
            </a:extLst>
          </p:cNvPr>
          <p:cNvSpPr txBox="1"/>
          <p:nvPr/>
        </p:nvSpPr>
        <p:spPr>
          <a:xfrm>
            <a:off x="3949700" y="53594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lần tưới tối đa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7" name="Th value 3">
            <a:extLst>
              <a:ext uri="{FF2B5EF4-FFF2-40B4-BE49-F238E27FC236}">
                <a16:creationId xmlns:a16="http://schemas.microsoft.com/office/drawing/2014/main" id="{745CFAB6-A133-5400-03E6-56663162668B}"/>
              </a:ext>
            </a:extLst>
          </p:cNvPr>
          <p:cNvSpPr txBox="1"/>
          <p:nvPr/>
        </p:nvSpPr>
        <p:spPr>
          <a:xfrm>
            <a:off x="6997700" y="53594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20 giây</a:t>
            </a:r>
          </a:p>
        </p:txBody>
      </p:sp>
      <p:sp>
        <p:nvSpPr>
          <p:cNvPr id="28" name="Th key 4">
            <a:extLst>
              <a:ext uri="{FF2B5EF4-FFF2-40B4-BE49-F238E27FC236}">
                <a16:creationId xmlns:a16="http://schemas.microsoft.com/office/drawing/2014/main" id="{259CB254-B990-5871-4456-A70C8A35616F}"/>
              </a:ext>
            </a:extLst>
          </p:cNvPr>
          <p:cNvSpPr txBox="1"/>
          <p:nvPr/>
        </p:nvSpPr>
        <p:spPr>
          <a:xfrm>
            <a:off x="1282700" y="63246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pump_cooldown_s</a:t>
            </a:r>
          </a:p>
        </p:txBody>
      </p:sp>
      <p:sp>
        <p:nvSpPr>
          <p:cNvPr id="29" name="Th meaning 4">
            <a:extLst>
              <a:ext uri="{FF2B5EF4-FFF2-40B4-BE49-F238E27FC236}">
                <a16:creationId xmlns:a16="http://schemas.microsoft.com/office/drawing/2014/main" id="{F198E005-F98B-089C-7FAE-16852B2DC364}"/>
              </a:ext>
            </a:extLst>
          </p:cNvPr>
          <p:cNvSpPr txBox="1"/>
          <p:nvPr/>
        </p:nvSpPr>
        <p:spPr>
          <a:xfrm>
            <a:off x="3949700" y="63246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Nghỉ giữa 2 lần tưới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0" name="Th value 4">
            <a:extLst>
              <a:ext uri="{FF2B5EF4-FFF2-40B4-BE49-F238E27FC236}">
                <a16:creationId xmlns:a16="http://schemas.microsoft.com/office/drawing/2014/main" id="{4FBC8825-0ED8-57AC-AFDE-B3BB84F34248}"/>
              </a:ext>
            </a:extLst>
          </p:cNvPr>
          <p:cNvSpPr txBox="1"/>
          <p:nvPr/>
        </p:nvSpPr>
        <p:spPr>
          <a:xfrm>
            <a:off x="6997700" y="63246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 phút</a:t>
            </a:r>
          </a:p>
        </p:txBody>
      </p:sp>
      <p:sp>
        <p:nvSpPr>
          <p:cNvPr id="31" name="Left note">
            <a:extLst>
              <a:ext uri="{FF2B5EF4-FFF2-40B4-BE49-F238E27FC236}">
                <a16:creationId xmlns:a16="http://schemas.microsoft.com/office/drawing/2014/main" id="{B4D99919-862A-4DE9-FC01-504452BF2757}"/>
              </a:ext>
            </a:extLst>
          </p:cNvPr>
          <p:cNvSpPr txBox="1"/>
          <p:nvPr/>
        </p:nvSpPr>
        <p:spPr>
          <a:xfrm>
            <a:off x="1028700" y="72898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lưu 15 ngưỡng: tưới, đèn, pin, hiệu chuẩn cảm biến</a:t>
            </a:r>
            <a:endParaRPr lang="en-US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2" name="Right header">
            <a:extLst>
              <a:ext uri="{FF2B5EF4-FFF2-40B4-BE49-F238E27FC236}">
                <a16:creationId xmlns:a16="http://schemas.microsoft.com/office/drawing/2014/main" id="{0154023A-CF74-3C6A-18E4-C603EE875461}"/>
              </a:ext>
            </a:extLst>
          </p:cNvPr>
          <p:cNvSpPr txBox="1"/>
          <p:nvPr/>
        </p:nvSpPr>
        <p:spPr>
          <a:xfrm>
            <a:off x="9398000" y="2819400"/>
            <a:ext cx="7861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 cách đổi ngưỡng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3" name="Way app title">
            <a:extLst>
              <a:ext uri="{FF2B5EF4-FFF2-40B4-BE49-F238E27FC236}">
                <a16:creationId xmlns:a16="http://schemas.microsoft.com/office/drawing/2014/main" id="{5D4C244B-EB25-EE81-EB5F-3910A5BE4B7C}"/>
              </a:ext>
            </a:extLst>
          </p:cNvPr>
          <p:cNvSpPr txBox="1"/>
          <p:nvPr/>
        </p:nvSpPr>
        <p:spPr>
          <a:xfrm>
            <a:off x="9677400" y="3556000"/>
            <a:ext cx="7302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app / dashboard</a:t>
            </a:r>
          </a:p>
        </p:txBody>
      </p:sp>
      <p:sp>
        <p:nvSpPr>
          <p:cNvPr id="34" name="Way ai title">
            <a:extLst>
              <a:ext uri="{FF2B5EF4-FFF2-40B4-BE49-F238E27FC236}">
                <a16:creationId xmlns:a16="http://schemas.microsoft.com/office/drawing/2014/main" id="{CA6AA018-2FC5-33D7-4869-7B2A2002D37A}"/>
              </a:ext>
            </a:extLst>
          </p:cNvPr>
          <p:cNvSpPr txBox="1"/>
          <p:nvPr/>
        </p:nvSpPr>
        <p:spPr>
          <a:xfrm>
            <a:off x="9677400" y="5486400"/>
            <a:ext cx="7302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it-IT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AI: “Tưới khi đất dưới 25% nhé”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5" name="Progress seg 1">
            <a:extLst>
              <a:ext uri="{FF2B5EF4-FFF2-40B4-BE49-F238E27FC236}">
                <a16:creationId xmlns:a16="http://schemas.microsoft.com/office/drawing/2014/main" id="{8C5B43B7-AFCF-9C74-39E2-A7559AC58345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2">
            <a:extLst>
              <a:ext uri="{FF2B5EF4-FFF2-40B4-BE49-F238E27FC236}">
                <a16:creationId xmlns:a16="http://schemas.microsoft.com/office/drawing/2014/main" id="{FB932858-AB26-D74E-B401-3BBC0D8C5E88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seg 3">
            <a:extLst>
              <a:ext uri="{FF2B5EF4-FFF2-40B4-BE49-F238E27FC236}">
                <a16:creationId xmlns:a16="http://schemas.microsoft.com/office/drawing/2014/main" id="{72973A76-7436-E6BF-FC33-3BBC3837E12C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rogress seg 4">
            <a:extLst>
              <a:ext uri="{FF2B5EF4-FFF2-40B4-BE49-F238E27FC236}">
                <a16:creationId xmlns:a16="http://schemas.microsoft.com/office/drawing/2014/main" id="{C7436290-1C1D-2E2F-002A-42EC13EA4B50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rogress seg 5">
            <a:extLst>
              <a:ext uri="{FF2B5EF4-FFF2-40B4-BE49-F238E27FC236}">
                <a16:creationId xmlns:a16="http://schemas.microsoft.com/office/drawing/2014/main" id="{71DA854F-8FB3-EE44-D786-DE3188483ED7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rogress seg 6">
            <a:extLst>
              <a:ext uri="{FF2B5EF4-FFF2-40B4-BE49-F238E27FC236}">
                <a16:creationId xmlns:a16="http://schemas.microsoft.com/office/drawing/2014/main" id="{9B1A52BF-B4AC-2C6C-4B9A-E9A87DA74F76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rogress label">
            <a:extLst>
              <a:ext uri="{FF2B5EF4-FFF2-40B4-BE49-F238E27FC236}">
                <a16:creationId xmlns:a16="http://schemas.microsoft.com/office/drawing/2014/main" id="{8DAC6EED-FA78-F108-0DF4-0952B79F190D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11 / 24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3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69" b="-85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860"/>
            <a:ext cx="6311900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500"/>
            <a:ext cx="10414000" cy="270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1"/>
              </a:lnSpc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Người dùng chỉ cần nói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“tưới cây giúp tôi”,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hệ thống hoạt động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5" name="Progress seg 1">
            <a:extLst>
              <a:ext uri="{FF2B5EF4-FFF2-40B4-BE49-F238E27FC236}">
                <a16:creationId xmlns:a16="http://schemas.microsoft.com/office/drawing/2014/main" id="{B1C3C614-7B4E-C3D5-1B88-BF51AEC723F1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2">
            <a:extLst>
              <a:ext uri="{FF2B5EF4-FFF2-40B4-BE49-F238E27FC236}">
                <a16:creationId xmlns:a16="http://schemas.microsoft.com/office/drawing/2014/main" id="{1C133806-AC18-EA21-B7D1-3BDB27E33033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3">
            <a:extLst>
              <a:ext uri="{FF2B5EF4-FFF2-40B4-BE49-F238E27FC236}">
                <a16:creationId xmlns:a16="http://schemas.microsoft.com/office/drawing/2014/main" id="{55512834-8116-E656-FB78-CA69547A1614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4">
            <a:extLst>
              <a:ext uri="{FF2B5EF4-FFF2-40B4-BE49-F238E27FC236}">
                <a16:creationId xmlns:a16="http://schemas.microsoft.com/office/drawing/2014/main" id="{D4E00E8B-F946-C2F1-4B60-8AF08CFFF1AC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5">
            <a:extLst>
              <a:ext uri="{FF2B5EF4-FFF2-40B4-BE49-F238E27FC236}">
                <a16:creationId xmlns:a16="http://schemas.microsoft.com/office/drawing/2014/main" id="{973E5D81-DB41-3702-D9AF-C6FB15F32F55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6">
            <a:extLst>
              <a:ext uri="{FF2B5EF4-FFF2-40B4-BE49-F238E27FC236}">
                <a16:creationId xmlns:a16="http://schemas.microsoft.com/office/drawing/2014/main" id="{760368E0-5E1E-330D-E2F2-B8B4A00BB01C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label">
            <a:extLst>
              <a:ext uri="{FF2B5EF4-FFF2-40B4-BE49-F238E27FC236}">
                <a16:creationId xmlns:a16="http://schemas.microsoft.com/office/drawing/2014/main" id="{BFD57878-5B5F-EB7F-0778-065DFAF61076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câu nói đến API</a:t>
            </a:r>
          </a:p>
        </p:txBody>
      </p:sp>
      <p:sp>
        <p:nvSpPr>
          <p:cNvPr id="27" name="Say 1">
            <a:extLst>
              <a:ext uri="{FF2B5EF4-FFF2-40B4-BE49-F238E27FC236}">
                <a16:creationId xmlns:a16="http://schemas.microsoft.com/office/drawing/2014/main" id="{8240C53E-BC89-4844-BEBE-CC5CC2148A40}"/>
              </a:ext>
            </a:extLst>
          </p:cNvPr>
          <p:cNvSpPr/>
          <p:nvPr/>
        </p:nvSpPr>
        <p:spPr>
          <a:xfrm>
            <a:off x="1028700" y="34925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8" name="Api 1">
            <a:extLst>
              <a:ext uri="{FF2B5EF4-FFF2-40B4-BE49-F238E27FC236}">
                <a16:creationId xmlns:a16="http://schemas.microsoft.com/office/drawing/2014/main" id="{FB8B903A-0D14-CC12-3165-3170212E2B25}"/>
              </a:ext>
            </a:extLst>
          </p:cNvPr>
          <p:cNvSpPr/>
          <p:nvPr/>
        </p:nvSpPr>
        <p:spPr>
          <a:xfrm>
            <a:off x="9906000" y="34925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it-IT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/api/sensordata/latest/{id}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29" name="Say 2">
            <a:extLst>
              <a:ext uri="{FF2B5EF4-FFF2-40B4-BE49-F238E27FC236}">
                <a16:creationId xmlns:a16="http://schemas.microsoft.com/office/drawing/2014/main" id="{7B074F1D-72CB-CE41-F102-C73F65AABB3B}"/>
              </a:ext>
            </a:extLst>
          </p:cNvPr>
          <p:cNvSpPr/>
          <p:nvPr/>
        </p:nvSpPr>
        <p:spPr>
          <a:xfrm>
            <a:off x="1028700" y="48260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“Bạn ơi, tưới nước giúp tôi”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0" name="Api 2">
            <a:extLst>
              <a:ext uri="{FF2B5EF4-FFF2-40B4-BE49-F238E27FC236}">
                <a16:creationId xmlns:a16="http://schemas.microsoft.com/office/drawing/2014/main" id="{B586D0F4-5222-A7D1-8C53-BED508D54BA4}"/>
              </a:ext>
            </a:extLst>
          </p:cNvPr>
          <p:cNvSpPr/>
          <p:nvPr/>
        </p:nvSpPr>
        <p:spPr>
          <a:xfrm>
            <a:off x="9906000" y="48260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{"pump": true}</a:t>
            </a:r>
          </a:p>
        </p:txBody>
      </p:sp>
      <p:sp>
        <p:nvSpPr>
          <p:cNvPr id="31" name="Say 3">
            <a:extLst>
              <a:ext uri="{FF2B5EF4-FFF2-40B4-BE49-F238E27FC236}">
                <a16:creationId xmlns:a16="http://schemas.microsoft.com/office/drawing/2014/main" id="{E7566A31-34EA-4C17-12EB-61D34FB104A5}"/>
              </a:ext>
            </a:extLst>
          </p:cNvPr>
          <p:cNvSpPr/>
          <p:nvPr/>
        </p:nvSpPr>
        <p:spPr>
          <a:xfrm>
            <a:off x="1028700" y="61595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“Trời sáng rồi, tắt đèn đi”</a:t>
            </a:r>
          </a:p>
        </p:txBody>
      </p:sp>
      <p:sp>
        <p:nvSpPr>
          <p:cNvPr id="32" name="Api 3">
            <a:extLst>
              <a:ext uri="{FF2B5EF4-FFF2-40B4-BE49-F238E27FC236}">
                <a16:creationId xmlns:a16="http://schemas.microsoft.com/office/drawing/2014/main" id="{5855568C-9753-2CFB-51D3-98B95088FB96}"/>
              </a:ext>
            </a:extLst>
          </p:cNvPr>
          <p:cNvSpPr/>
          <p:nvPr/>
        </p:nvSpPr>
        <p:spPr>
          <a:xfrm>
            <a:off x="9906000" y="61595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{"light": false}</a:t>
            </a:r>
          </a:p>
        </p:txBody>
      </p:sp>
      <p:sp>
        <p:nvSpPr>
          <p:cNvPr id="33" name="Punchline">
            <a:extLst>
              <a:ext uri="{FF2B5EF4-FFF2-40B4-BE49-F238E27FC236}">
                <a16:creationId xmlns:a16="http://schemas.microsoft.com/office/drawing/2014/main" id="{FA056EE5-F1F6-7579-9D3E-85D75F64FD3E}"/>
              </a:ext>
            </a:extLst>
          </p:cNvPr>
          <p:cNvSpPr/>
          <p:nvPr/>
        </p:nvSpPr>
        <p:spPr>
          <a:xfrm>
            <a:off x="3429000" y="7874000"/>
            <a:ext cx="11430000" cy="838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sẽ “dịch” câu nói thành API request?  →  MCP Server</a:t>
            </a:r>
          </a:p>
        </p:txBody>
      </p:sp>
      <p:cxnSp>
        <p:nvCxnSpPr>
          <p:cNvPr id="34" name="Arrow 1">
            <a:extLst>
              <a:ext uri="{FF2B5EF4-FFF2-40B4-BE49-F238E27FC236}">
                <a16:creationId xmlns:a16="http://schemas.microsoft.com/office/drawing/2014/main" id="{B00B618B-55EF-9F13-7742-8F611D9FD630}"/>
              </a:ext>
            </a:extLst>
          </p:cNvPr>
          <p:cNvCxnSpPr/>
          <p:nvPr/>
        </p:nvCxnSpPr>
        <p:spPr>
          <a:xfrm>
            <a:off x="8089900" y="40322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Arrow 2">
            <a:extLst>
              <a:ext uri="{FF2B5EF4-FFF2-40B4-BE49-F238E27FC236}">
                <a16:creationId xmlns:a16="http://schemas.microsoft.com/office/drawing/2014/main" id="{BD1F7C4C-3B3C-1D94-81AA-8ED96281F111}"/>
              </a:ext>
            </a:extLst>
          </p:cNvPr>
          <p:cNvCxnSpPr/>
          <p:nvPr/>
        </p:nvCxnSpPr>
        <p:spPr>
          <a:xfrm>
            <a:off x="8089900" y="53657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Arrow 3">
            <a:extLst>
              <a:ext uri="{FF2B5EF4-FFF2-40B4-BE49-F238E27FC236}">
                <a16:creationId xmlns:a16="http://schemas.microsoft.com/office/drawing/2014/main" id="{6F369114-8F76-9947-D335-D1C01175DE81}"/>
              </a:ext>
            </a:extLst>
          </p:cNvPr>
          <p:cNvCxnSpPr/>
          <p:nvPr/>
        </p:nvCxnSpPr>
        <p:spPr>
          <a:xfrm>
            <a:off x="8089900" y="66992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Header say">
            <a:extLst>
              <a:ext uri="{FF2B5EF4-FFF2-40B4-BE49-F238E27FC236}">
                <a16:creationId xmlns:a16="http://schemas.microsoft.com/office/drawing/2014/main" id="{9D9F09CA-52F5-E0C0-EB19-DB90A94130AE}"/>
              </a:ext>
            </a:extLst>
          </p:cNvPr>
          <p:cNvSpPr txBox="1"/>
          <p:nvPr/>
        </p:nvSpPr>
        <p:spPr>
          <a:xfrm>
            <a:off x="1028700" y="2819400"/>
            <a:ext cx="685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Người dùng nói</a:t>
            </a:r>
            <a:endParaRPr lang="en-US" sz="2800" b="1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8" name="Header api">
            <a:extLst>
              <a:ext uri="{FF2B5EF4-FFF2-40B4-BE49-F238E27FC236}">
                <a16:creationId xmlns:a16="http://schemas.microsoft.com/office/drawing/2014/main" id="{0361BD0C-73A5-FE3B-5093-089FD1F70832}"/>
              </a:ext>
            </a:extLst>
          </p:cNvPr>
          <p:cNvSpPr txBox="1"/>
          <p:nvPr/>
        </p:nvSpPr>
        <p:spPr>
          <a:xfrm>
            <a:off x="9906000" y="2819400"/>
            <a:ext cx="73533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cần</a:t>
            </a:r>
          </a:p>
        </p:txBody>
      </p:sp>
      <p:sp>
        <p:nvSpPr>
          <p:cNvPr id="39" name="Progress seg 1">
            <a:extLst>
              <a:ext uri="{FF2B5EF4-FFF2-40B4-BE49-F238E27FC236}">
                <a16:creationId xmlns:a16="http://schemas.microsoft.com/office/drawing/2014/main" id="{17C0178D-AE4D-566E-49AA-C87CEF132E5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rogress seg 2">
            <a:extLst>
              <a:ext uri="{FF2B5EF4-FFF2-40B4-BE49-F238E27FC236}">
                <a16:creationId xmlns:a16="http://schemas.microsoft.com/office/drawing/2014/main" id="{E684C260-C457-0599-8515-7C6B7DA7B102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rogress seg 3">
            <a:extLst>
              <a:ext uri="{FF2B5EF4-FFF2-40B4-BE49-F238E27FC236}">
                <a16:creationId xmlns:a16="http://schemas.microsoft.com/office/drawing/2014/main" id="{F74C9183-3C25-04A8-202F-7512E79B8DE7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rogress seg 4">
            <a:extLst>
              <a:ext uri="{FF2B5EF4-FFF2-40B4-BE49-F238E27FC236}">
                <a16:creationId xmlns:a16="http://schemas.microsoft.com/office/drawing/2014/main" id="{6C9B2A86-1B9D-C84F-9264-73ED2223C37B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rogress seg 5">
            <a:extLst>
              <a:ext uri="{FF2B5EF4-FFF2-40B4-BE49-F238E27FC236}">
                <a16:creationId xmlns:a16="http://schemas.microsoft.com/office/drawing/2014/main" id="{856DF887-DB80-734B-C07E-D34C0FF8A459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rogress seg 6">
            <a:extLst>
              <a:ext uri="{FF2B5EF4-FFF2-40B4-BE49-F238E27FC236}">
                <a16:creationId xmlns:a16="http://schemas.microsoft.com/office/drawing/2014/main" id="{23E334C0-1EFF-CFCB-F7CC-721DC80871A8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rogress label">
            <a:extLst>
              <a:ext uri="{FF2B5EF4-FFF2-40B4-BE49-F238E27FC236}">
                <a16:creationId xmlns:a16="http://schemas.microsoft.com/office/drawing/2014/main" id="{E5BDE4D3-A59E-25D8-43AB-686305ECE708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6A23B1-18E0-7D0D-32F6-18250AAA1AA2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Vì sao cần MCP Server?</a:t>
            </a:r>
          </a:p>
        </p:txBody>
      </p:sp>
      <p:sp>
        <p:nvSpPr>
          <p:cNvPr id="3" name="Problem 1">
            <a:extLst>
              <a:ext uri="{FF2B5EF4-FFF2-40B4-BE49-F238E27FC236}">
                <a16:creationId xmlns:a16="http://schemas.microsoft.com/office/drawing/2014/main" id="{DAF8818D-72C7-4EB1-65E5-F12C616C5461}"/>
              </a:ext>
            </a:extLst>
          </p:cNvPr>
          <p:cNvSpPr/>
          <p:nvPr/>
        </p:nvSpPr>
        <p:spPr>
          <a:xfrm>
            <a:off x="1028700" y="3454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Câu lệnh mỗi người nói một kiểu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Solution 1">
            <a:extLst>
              <a:ext uri="{FF2B5EF4-FFF2-40B4-BE49-F238E27FC236}">
                <a16:creationId xmlns:a16="http://schemas.microsoft.com/office/drawing/2014/main" id="{3BA3196A-92CC-D366-B48E-4E54FCE0961D}"/>
              </a:ext>
            </a:extLst>
          </p:cNvPr>
          <p:cNvSpPr/>
          <p:nvPr/>
        </p:nvSpPr>
        <p:spPr>
          <a:xfrm>
            <a:off x="10147300" y="3454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hiểu ý định và tự chọn tool phù hợp</a:t>
            </a:r>
          </a:p>
        </p:txBody>
      </p:sp>
      <p:sp>
        <p:nvSpPr>
          <p:cNvPr id="5" name="Problem 2">
            <a:extLst>
              <a:ext uri="{FF2B5EF4-FFF2-40B4-BE49-F238E27FC236}">
                <a16:creationId xmlns:a16="http://schemas.microsoft.com/office/drawing/2014/main" id="{5E5D627A-B905-9269-74B3-AE9164DCE1D5}"/>
              </a:ext>
            </a:extLst>
          </p:cNvPr>
          <p:cNvSpPr/>
          <p:nvPr/>
        </p:nvSpPr>
        <p:spPr>
          <a:xfrm>
            <a:off x="1028700" y="50419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chỉ hiểu API request</a:t>
            </a:r>
            <a:b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(URL + payload)</a:t>
            </a:r>
          </a:p>
        </p:txBody>
      </p:sp>
      <p:sp>
        <p:nvSpPr>
          <p:cNvPr id="6" name="Solution 2">
            <a:extLst>
              <a:ext uri="{FF2B5EF4-FFF2-40B4-BE49-F238E27FC236}">
                <a16:creationId xmlns:a16="http://schemas.microsoft.com/office/drawing/2014/main" id="{58247042-7072-7EDF-C7AD-0CA9DBF52BF3}"/>
              </a:ext>
            </a:extLst>
          </p:cNvPr>
          <p:cNvSpPr/>
          <p:nvPr/>
        </p:nvSpPr>
        <p:spPr>
          <a:xfrm>
            <a:off x="10147300" y="50419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vi-VN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tool được map sẵn sang một API</a:t>
            </a:r>
            <a:endParaRPr lang="en-US" sz="26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Problem 3">
            <a:extLst>
              <a:ext uri="{FF2B5EF4-FFF2-40B4-BE49-F238E27FC236}">
                <a16:creationId xmlns:a16="http://schemas.microsoft.com/office/drawing/2014/main" id="{0D3815CC-6E65-BF7D-4CF7-98FBC93DF492}"/>
              </a:ext>
            </a:extLst>
          </p:cNvPr>
          <p:cNvSpPr/>
          <p:nvPr/>
        </p:nvSpPr>
        <p:spPr>
          <a:xfrm>
            <a:off x="1028700" y="6629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URL và payload phức tạp, AI dễ gọi sai</a:t>
            </a:r>
          </a:p>
        </p:txBody>
      </p:sp>
      <p:sp>
        <p:nvSpPr>
          <p:cNvPr id="8" name="Solution 3">
            <a:extLst>
              <a:ext uri="{FF2B5EF4-FFF2-40B4-BE49-F238E27FC236}">
                <a16:creationId xmlns:a16="http://schemas.microsoft.com/office/drawing/2014/main" id="{72D3AB1B-0EC3-6876-03AA-7A69806F72D1}"/>
              </a:ext>
            </a:extLst>
          </p:cNvPr>
          <p:cNvSpPr/>
          <p:nvPr/>
        </p:nvSpPr>
        <p:spPr>
          <a:xfrm>
            <a:off x="10147300" y="6629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Tool có tên và mô tả rõ:</a:t>
            </a:r>
            <a:b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get_latest_sensor, set_pump</a:t>
            </a:r>
          </a:p>
        </p:txBody>
      </p:sp>
      <p:cxnSp>
        <p:nvCxnSpPr>
          <p:cNvPr id="9" name="Arrow 1">
            <a:extLst>
              <a:ext uri="{FF2B5EF4-FFF2-40B4-BE49-F238E27FC236}">
                <a16:creationId xmlns:a16="http://schemas.microsoft.com/office/drawing/2014/main" id="{9BB78E74-803E-333F-149C-BECD9584BFBB}"/>
              </a:ext>
            </a:extLst>
          </p:cNvPr>
          <p:cNvCxnSpPr/>
          <p:nvPr/>
        </p:nvCxnSpPr>
        <p:spPr>
          <a:xfrm>
            <a:off x="8343900" y="41211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 2">
            <a:extLst>
              <a:ext uri="{FF2B5EF4-FFF2-40B4-BE49-F238E27FC236}">
                <a16:creationId xmlns:a16="http://schemas.microsoft.com/office/drawing/2014/main" id="{650171E0-209D-E63D-6FCE-FC676A81A713}"/>
              </a:ext>
            </a:extLst>
          </p:cNvPr>
          <p:cNvCxnSpPr/>
          <p:nvPr/>
        </p:nvCxnSpPr>
        <p:spPr>
          <a:xfrm>
            <a:off x="8343900" y="57086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ow 3">
            <a:extLst>
              <a:ext uri="{FF2B5EF4-FFF2-40B4-BE49-F238E27FC236}">
                <a16:creationId xmlns:a16="http://schemas.microsoft.com/office/drawing/2014/main" id="{A397C72D-811B-D62B-7503-5DF3E1FA6F44}"/>
              </a:ext>
            </a:extLst>
          </p:cNvPr>
          <p:cNvCxnSpPr/>
          <p:nvPr/>
        </p:nvCxnSpPr>
        <p:spPr>
          <a:xfrm>
            <a:off x="8343900" y="72961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eader problem">
            <a:extLst>
              <a:ext uri="{FF2B5EF4-FFF2-40B4-BE49-F238E27FC236}">
                <a16:creationId xmlns:a16="http://schemas.microsoft.com/office/drawing/2014/main" id="{DFDFEF06-9695-5BDC-C829-D560A6EC52ED}"/>
              </a:ext>
            </a:extLst>
          </p:cNvPr>
          <p:cNvSpPr txBox="1"/>
          <p:nvPr/>
        </p:nvSpPr>
        <p:spPr>
          <a:xfrm>
            <a:off x="1028700" y="27686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Vấn đề</a:t>
            </a:r>
          </a:p>
        </p:txBody>
      </p:sp>
      <p:sp>
        <p:nvSpPr>
          <p:cNvPr id="13" name="Header solution">
            <a:extLst>
              <a:ext uri="{FF2B5EF4-FFF2-40B4-BE49-F238E27FC236}">
                <a16:creationId xmlns:a16="http://schemas.microsoft.com/office/drawing/2014/main" id="{A71437F8-3108-CEE0-2B54-0671FA9773BC}"/>
              </a:ext>
            </a:extLst>
          </p:cNvPr>
          <p:cNvSpPr txBox="1"/>
          <p:nvPr/>
        </p:nvSpPr>
        <p:spPr>
          <a:xfrm>
            <a:off x="10147300" y="27686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 giải quyết</a:t>
            </a:r>
          </a:p>
        </p:txBody>
      </p:sp>
      <p:sp>
        <p:nvSpPr>
          <p:cNvPr id="14" name="Progress seg 1">
            <a:extLst>
              <a:ext uri="{FF2B5EF4-FFF2-40B4-BE49-F238E27FC236}">
                <a16:creationId xmlns:a16="http://schemas.microsoft.com/office/drawing/2014/main" id="{255B90AC-8073-53D8-7D88-1BA90F49B227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2">
            <a:extLst>
              <a:ext uri="{FF2B5EF4-FFF2-40B4-BE49-F238E27FC236}">
                <a16:creationId xmlns:a16="http://schemas.microsoft.com/office/drawing/2014/main" id="{BF2140EA-D12A-4540-6458-BF71771723DF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3">
            <a:extLst>
              <a:ext uri="{FF2B5EF4-FFF2-40B4-BE49-F238E27FC236}">
                <a16:creationId xmlns:a16="http://schemas.microsoft.com/office/drawing/2014/main" id="{EDFBC51A-A27C-7E3E-CD81-33DFEBAE8B50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4">
            <a:extLst>
              <a:ext uri="{FF2B5EF4-FFF2-40B4-BE49-F238E27FC236}">
                <a16:creationId xmlns:a16="http://schemas.microsoft.com/office/drawing/2014/main" id="{41A72182-7DA4-BA0F-7A96-DF81D0CE98F3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seg 5">
            <a:extLst>
              <a:ext uri="{FF2B5EF4-FFF2-40B4-BE49-F238E27FC236}">
                <a16:creationId xmlns:a16="http://schemas.microsoft.com/office/drawing/2014/main" id="{500D0868-A4A7-ED43-ADE8-78ADDED0FAE6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seg 6">
            <a:extLst>
              <a:ext uri="{FF2B5EF4-FFF2-40B4-BE49-F238E27FC236}">
                <a16:creationId xmlns:a16="http://schemas.microsoft.com/office/drawing/2014/main" id="{04006A78-8AF3-7461-D823-2D50981A6069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label">
            <a:extLst>
              <a:ext uri="{FF2B5EF4-FFF2-40B4-BE49-F238E27FC236}">
                <a16:creationId xmlns:a16="http://schemas.microsoft.com/office/drawing/2014/main" id="{755E3682-CCA2-0826-2C1E-338D30E83D4F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14 / 24</a:t>
            </a:r>
          </a:p>
        </p:txBody>
      </p:sp>
    </p:spTree>
    <p:extLst>
      <p:ext uri="{BB962C8B-B14F-4D97-AF65-F5344CB8AC3E}">
        <p14:creationId xmlns:p14="http://schemas.microsoft.com/office/powerpoint/2010/main" val="367475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60356" y="-250472"/>
            <a:ext cx="8527644" cy="10537472"/>
          </a:xfrm>
          <a:custGeom>
            <a:avLst/>
            <a:gdLst/>
            <a:ahLst/>
            <a:cxnLst/>
            <a:rect l="l" t="t" r="r" b="b"/>
            <a:pathLst>
              <a:path w="8527644" h="10537472">
                <a:moveTo>
                  <a:pt x="0" y="0"/>
                </a:moveTo>
                <a:lnTo>
                  <a:pt x="8527644" y="0"/>
                </a:lnTo>
                <a:lnTo>
                  <a:pt x="8527644" y="10537472"/>
                </a:lnTo>
                <a:lnTo>
                  <a:pt x="0" y="10537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3" r="-614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737797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95101"/>
            <a:ext cx="8115300" cy="546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 bộ công cụ (Tools) được xây dựng để AI có thể dễ dàng tương tác với hệ thống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Là lớp </a:t>
            </a: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trung gian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 giữa AI và các API của hệ thống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Giảm sự phụ thuộc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 giữa AI và Backend. Khi API thay đổi, chỉ cần cập nhật MCP Server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Dễ mở rộng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, chỉ cần thêm tool mới vào MCP Server để AI sử dụng</a:t>
            </a:r>
          </a:p>
          <a:p>
            <a:pPr marL="604521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Dễ bảo trì và tái sử dụng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: một MCP Server dùng cho nhiều AI (ChatGPT, Claude, Gemini…)</a:t>
            </a:r>
          </a:p>
        </p:txBody>
      </p:sp>
      <p:sp>
        <p:nvSpPr>
          <p:cNvPr id="5" name="Progress seg 1">
            <a:extLst>
              <a:ext uri="{FF2B5EF4-FFF2-40B4-BE49-F238E27FC236}">
                <a16:creationId xmlns:a16="http://schemas.microsoft.com/office/drawing/2014/main" id="{92C76321-A745-9D8C-8D05-4A84F1D17EB2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2">
            <a:extLst>
              <a:ext uri="{FF2B5EF4-FFF2-40B4-BE49-F238E27FC236}">
                <a16:creationId xmlns:a16="http://schemas.microsoft.com/office/drawing/2014/main" id="{6C921994-FAEA-B72A-AD95-F192D32EF93D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3">
            <a:extLst>
              <a:ext uri="{FF2B5EF4-FFF2-40B4-BE49-F238E27FC236}">
                <a16:creationId xmlns:a16="http://schemas.microsoft.com/office/drawing/2014/main" id="{DBB6538F-625B-9993-C65A-6306957C093F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4">
            <a:extLst>
              <a:ext uri="{FF2B5EF4-FFF2-40B4-BE49-F238E27FC236}">
                <a16:creationId xmlns:a16="http://schemas.microsoft.com/office/drawing/2014/main" id="{03942814-A90D-50F0-47E1-2AD0E8D126B0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5">
            <a:extLst>
              <a:ext uri="{FF2B5EF4-FFF2-40B4-BE49-F238E27FC236}">
                <a16:creationId xmlns:a16="http://schemas.microsoft.com/office/drawing/2014/main" id="{96C6A39A-5767-9CF3-9C77-471160335C9B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6">
            <a:extLst>
              <a:ext uri="{FF2B5EF4-FFF2-40B4-BE49-F238E27FC236}">
                <a16:creationId xmlns:a16="http://schemas.microsoft.com/office/drawing/2014/main" id="{C22FB63F-A0A1-5500-3F8F-DF7D697CC20F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label">
            <a:extLst>
              <a:ext uri="{FF2B5EF4-FFF2-40B4-BE49-F238E27FC236}">
                <a16:creationId xmlns:a16="http://schemas.microsoft.com/office/drawing/2014/main" id="{02DABBBB-7C80-AA45-5650-2FEE1B4A885C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hàm Python đến tool cho AI</a:t>
            </a:r>
          </a:p>
        </p:txBody>
      </p:sp>
      <p:sp>
        <p:nvSpPr>
          <p:cNvPr id="10" name="Code python">
            <a:extLst>
              <a:ext uri="{FF2B5EF4-FFF2-40B4-BE49-F238E27FC236}">
                <a16:creationId xmlns:a16="http://schemas.microsoft.com/office/drawing/2014/main" id="{4CEDFAB9-90FE-3976-CE19-D6D520337BF6}"/>
              </a:ext>
            </a:extLst>
          </p:cNvPr>
          <p:cNvSpPr/>
          <p:nvPr/>
        </p:nvSpPr>
        <p:spPr>
          <a:xfrm>
            <a:off x="1028700" y="3759200"/>
            <a:ext cx="7366000" cy="2540000"/>
          </a:xfrm>
          <a:prstGeom prst="roundRect">
            <a:avLst>
              <a:gd name="adj" fmla="val 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def </a:t>
            </a:r>
            <a:r>
              <a:rPr lang="vi-VN" sz="20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set_pump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(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device_id: str, on: bool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) -&gt; dict: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</a:t>
            </a:r>
            <a:r>
              <a:rPr lang="vi-VN" sz="2000">
                <a:solidFill>
                  <a:srgbClr val="8EC9F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"""Bật/tắt máy bơm (thủ công)."""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return request("POST",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  f"/api/control/{device_id}",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  json={"pump": bool(on)})</a:t>
            </a:r>
          </a:p>
          <a:p>
            <a:endParaRPr lang="vi-VN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mcp.tool()(set_pump)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1" name="Code schema">
            <a:extLst>
              <a:ext uri="{FF2B5EF4-FFF2-40B4-BE49-F238E27FC236}">
                <a16:creationId xmlns:a16="http://schemas.microsoft.com/office/drawing/2014/main" id="{3A86ADED-0E91-0546-084D-818112420EF8}"/>
              </a:ext>
            </a:extLst>
          </p:cNvPr>
          <p:cNvSpPr/>
          <p:nvPr/>
        </p:nvSpPr>
        <p:spPr>
          <a:xfrm>
            <a:off x="9893300" y="3759200"/>
            <a:ext cx="7366000" cy="3810000"/>
          </a:xfrm>
          <a:prstGeom prst="roundRect">
            <a:avLst>
              <a:gd name="adj" fmla="val 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"name": </a:t>
            </a:r>
            <a:r>
              <a:rPr lang="vi-VN" sz="20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"set_pump"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"description": </a:t>
            </a:r>
            <a:r>
              <a:rPr lang="vi-VN" sz="2000">
                <a:solidFill>
                  <a:srgbClr val="8EC9F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"Bật/tắt máy bơm (thủ công)."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"inputSchema": 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"properties": 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"device_id": {"type": "string"}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"on": {"type": "boolean"}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},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"required": ["device_id", "on"]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}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}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2" name="Legend name">
            <a:extLst>
              <a:ext uri="{FF2B5EF4-FFF2-40B4-BE49-F238E27FC236}">
                <a16:creationId xmlns:a16="http://schemas.microsoft.com/office/drawing/2014/main" id="{238C083F-1AFC-031E-44E6-2FDA5AC9C95F}"/>
              </a:ext>
            </a:extLst>
          </p:cNvPr>
          <p:cNvSpPr/>
          <p:nvPr/>
        </p:nvSpPr>
        <p:spPr>
          <a:xfrm>
            <a:off x="1028700" y="66548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F2C94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Legend desc">
            <a:extLst>
              <a:ext uri="{FF2B5EF4-FFF2-40B4-BE49-F238E27FC236}">
                <a16:creationId xmlns:a16="http://schemas.microsoft.com/office/drawing/2014/main" id="{C84AB725-E05C-C1FC-2BB3-56213F4A5DE8}"/>
              </a:ext>
            </a:extLst>
          </p:cNvPr>
          <p:cNvSpPr/>
          <p:nvPr/>
        </p:nvSpPr>
        <p:spPr>
          <a:xfrm>
            <a:off x="1028700" y="71120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8EC9F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4" name="Legend params">
            <a:extLst>
              <a:ext uri="{FF2B5EF4-FFF2-40B4-BE49-F238E27FC236}">
                <a16:creationId xmlns:a16="http://schemas.microsoft.com/office/drawing/2014/main" id="{7A60C1C2-0AAD-3872-1869-EB4BCE370122}"/>
              </a:ext>
            </a:extLst>
          </p:cNvPr>
          <p:cNvSpPr/>
          <p:nvPr/>
        </p:nvSpPr>
        <p:spPr>
          <a:xfrm>
            <a:off x="1028700" y="75692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5" name="Arrow fastmcp">
            <a:extLst>
              <a:ext uri="{FF2B5EF4-FFF2-40B4-BE49-F238E27FC236}">
                <a16:creationId xmlns:a16="http://schemas.microsoft.com/office/drawing/2014/main" id="{57CCB7BC-3666-6727-CD1C-6DD09B9B0653}"/>
              </a:ext>
            </a:extLst>
          </p:cNvPr>
          <p:cNvCxnSpPr/>
          <p:nvPr/>
        </p:nvCxnSpPr>
        <p:spPr>
          <a:xfrm>
            <a:off x="8521700" y="5029200"/>
            <a:ext cx="12446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ption">
            <a:extLst>
              <a:ext uri="{FF2B5EF4-FFF2-40B4-BE49-F238E27FC236}">
                <a16:creationId xmlns:a16="http://schemas.microsoft.com/office/drawing/2014/main" id="{1962BB4F-322E-1267-E245-A9A0F85B5475}"/>
              </a:ext>
            </a:extLst>
          </p:cNvPr>
          <p:cNvSpPr txBox="1"/>
          <p:nvPr/>
        </p:nvSpPr>
        <p:spPr>
          <a:xfrm>
            <a:off x="1028700" y="2438400"/>
            <a:ext cx="1623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FastMCP tự sinh schema từ tên hàm, kiểu tham số và docstring. AI chỉ đọc schema này để chọn tool.</a:t>
            </a:r>
          </a:p>
        </p:txBody>
      </p:sp>
      <p:sp>
        <p:nvSpPr>
          <p:cNvPr id="17" name="Header dev">
            <a:extLst>
              <a:ext uri="{FF2B5EF4-FFF2-40B4-BE49-F238E27FC236}">
                <a16:creationId xmlns:a16="http://schemas.microsoft.com/office/drawing/2014/main" id="{0D1773CD-8F4C-9B9B-79AC-5D2EA51C4886}"/>
              </a:ext>
            </a:extLst>
          </p:cNvPr>
          <p:cNvSpPr txBox="1"/>
          <p:nvPr/>
        </p:nvSpPr>
        <p:spPr>
          <a:xfrm>
            <a:off x="1028700" y="3149600"/>
            <a:ext cx="7366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Bước 1: Dev viết hàm + đăng kí</a:t>
            </a:r>
            <a:endParaRPr lang="en-US" sz="26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8" name="Header ai">
            <a:extLst>
              <a:ext uri="{FF2B5EF4-FFF2-40B4-BE49-F238E27FC236}">
                <a16:creationId xmlns:a16="http://schemas.microsoft.com/office/drawing/2014/main" id="{24A4E3CD-57DC-2458-E357-581D9166652E}"/>
              </a:ext>
            </a:extLst>
          </p:cNvPr>
          <p:cNvSpPr txBox="1"/>
          <p:nvPr/>
        </p:nvSpPr>
        <p:spPr>
          <a:xfrm>
            <a:off x="9893300" y="3149600"/>
            <a:ext cx="7366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Bước 2: AI nhìn thấy (tools/list)</a:t>
            </a:r>
            <a:endParaRPr lang="en-US" sz="26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9" name="Label fastmcp">
            <a:extLst>
              <a:ext uri="{FF2B5EF4-FFF2-40B4-BE49-F238E27FC236}">
                <a16:creationId xmlns:a16="http://schemas.microsoft.com/office/drawing/2014/main" id="{32CE59D5-C679-1D92-FE7C-E4B27CBBA663}"/>
              </a:ext>
            </a:extLst>
          </p:cNvPr>
          <p:cNvSpPr txBox="1"/>
          <p:nvPr/>
        </p:nvSpPr>
        <p:spPr>
          <a:xfrm>
            <a:off x="8445500" y="4521200"/>
            <a:ext cx="1397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FastMCP</a:t>
            </a:r>
          </a:p>
        </p:txBody>
      </p:sp>
      <p:sp>
        <p:nvSpPr>
          <p:cNvPr id="20" name="Legend name text">
            <a:extLst>
              <a:ext uri="{FF2B5EF4-FFF2-40B4-BE49-F238E27FC236}">
                <a16:creationId xmlns:a16="http://schemas.microsoft.com/office/drawing/2014/main" id="{175C4508-30A5-28C0-C348-494744146CE0}"/>
              </a:ext>
            </a:extLst>
          </p:cNvPr>
          <p:cNvSpPr txBox="1"/>
          <p:nvPr/>
        </p:nvSpPr>
        <p:spPr>
          <a:xfrm>
            <a:off x="1460500" y="65913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Tên tool</a:t>
            </a:r>
          </a:p>
        </p:txBody>
      </p:sp>
      <p:sp>
        <p:nvSpPr>
          <p:cNvPr id="21" name="Legend desc text">
            <a:extLst>
              <a:ext uri="{FF2B5EF4-FFF2-40B4-BE49-F238E27FC236}">
                <a16:creationId xmlns:a16="http://schemas.microsoft.com/office/drawing/2014/main" id="{108C9AAF-91F1-ECEC-1AC1-637722933634}"/>
              </a:ext>
            </a:extLst>
          </p:cNvPr>
          <p:cNvSpPr txBox="1"/>
          <p:nvPr/>
        </p:nvSpPr>
        <p:spPr>
          <a:xfrm>
            <a:off x="1460500" y="70485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Mô tả (docstring): AI đọc để biết khi nào gọi</a:t>
            </a:r>
          </a:p>
        </p:txBody>
      </p:sp>
      <p:sp>
        <p:nvSpPr>
          <p:cNvPr id="22" name="Legend params text">
            <a:extLst>
              <a:ext uri="{FF2B5EF4-FFF2-40B4-BE49-F238E27FC236}">
                <a16:creationId xmlns:a16="http://schemas.microsoft.com/office/drawing/2014/main" id="{22D46032-85F6-8A57-FAEB-46985219C58C}"/>
              </a:ext>
            </a:extLst>
          </p:cNvPr>
          <p:cNvSpPr txBox="1"/>
          <p:nvPr/>
        </p:nvSpPr>
        <p:spPr>
          <a:xfrm>
            <a:off x="1460500" y="75057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Tham số + kiểu dữ liệu</a:t>
            </a:r>
          </a:p>
        </p:txBody>
      </p:sp>
      <p:sp>
        <p:nvSpPr>
          <p:cNvPr id="23" name="Note tools">
            <a:extLst>
              <a:ext uri="{FF2B5EF4-FFF2-40B4-BE49-F238E27FC236}">
                <a16:creationId xmlns:a16="http://schemas.microsoft.com/office/drawing/2014/main" id="{8862C680-5EAD-B3CF-F00C-C1BEA84A4755}"/>
              </a:ext>
            </a:extLst>
          </p:cNvPr>
          <p:cNvSpPr txBox="1"/>
          <p:nvPr/>
        </p:nvSpPr>
        <p:spPr>
          <a:xfrm>
            <a:off x="1028700" y="8318500"/>
            <a:ext cx="1623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 có 12 tool như vậy: đọc cảm biến, bật/tắt bơm &amp; đèn, đổi chế độ, chỉnh ngưỡng tưới</a:t>
            </a:r>
            <a:endParaRPr lang="en-US" sz="2200" b="1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4" name="Progress seg 1">
            <a:extLst>
              <a:ext uri="{FF2B5EF4-FFF2-40B4-BE49-F238E27FC236}">
                <a16:creationId xmlns:a16="http://schemas.microsoft.com/office/drawing/2014/main" id="{01A68E71-8335-2569-ACB8-2B08586C3476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2">
            <a:extLst>
              <a:ext uri="{FF2B5EF4-FFF2-40B4-BE49-F238E27FC236}">
                <a16:creationId xmlns:a16="http://schemas.microsoft.com/office/drawing/2014/main" id="{C074D960-DB29-FBBE-5CD9-701A85D91448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3">
            <a:extLst>
              <a:ext uri="{FF2B5EF4-FFF2-40B4-BE49-F238E27FC236}">
                <a16:creationId xmlns:a16="http://schemas.microsoft.com/office/drawing/2014/main" id="{68BB20ED-5E40-E50F-C77E-E690A2D59B8D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4">
            <a:extLst>
              <a:ext uri="{FF2B5EF4-FFF2-40B4-BE49-F238E27FC236}">
                <a16:creationId xmlns:a16="http://schemas.microsoft.com/office/drawing/2014/main" id="{335441A5-D29A-6AD8-4925-D44E6834423F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5">
            <a:extLst>
              <a:ext uri="{FF2B5EF4-FFF2-40B4-BE49-F238E27FC236}">
                <a16:creationId xmlns:a16="http://schemas.microsoft.com/office/drawing/2014/main" id="{97319F47-D295-28F2-6BA3-253E6AAF310F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6">
            <a:extLst>
              <a:ext uri="{FF2B5EF4-FFF2-40B4-BE49-F238E27FC236}">
                <a16:creationId xmlns:a16="http://schemas.microsoft.com/office/drawing/2014/main" id="{91529B3E-440D-62E0-9CC8-37D03D6152F4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label">
            <a:extLst>
              <a:ext uri="{FF2B5EF4-FFF2-40B4-BE49-F238E27FC236}">
                <a16:creationId xmlns:a16="http://schemas.microsoft.com/office/drawing/2014/main" id="{C83FF268-D7DF-675D-DFE8-4973626D1DE6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5873" y="0"/>
            <a:ext cx="7292127" cy="11880625"/>
          </a:xfrm>
          <a:custGeom>
            <a:avLst/>
            <a:gdLst/>
            <a:ahLst/>
            <a:cxnLst/>
            <a:rect l="l" t="t" r="r" b="b"/>
            <a:pathLst>
              <a:path w="7292127" h="11880625">
                <a:moveTo>
                  <a:pt x="0" y="0"/>
                </a:moveTo>
                <a:lnTo>
                  <a:pt x="7292127" y="0"/>
                </a:lnTo>
                <a:lnTo>
                  <a:pt x="7292127" y="11880625"/>
                </a:lnTo>
                <a:lnTo>
                  <a:pt x="0" y="1188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993"/>
            <a:ext cx="8665075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Vậy từ một câu prompt,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AI điều khiển thiết bị IoT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5" name="Progress seg 1">
            <a:extLst>
              <a:ext uri="{FF2B5EF4-FFF2-40B4-BE49-F238E27FC236}">
                <a16:creationId xmlns:a16="http://schemas.microsoft.com/office/drawing/2014/main" id="{5339D6AA-861C-D075-3A83-6E76F985BE1C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2">
            <a:extLst>
              <a:ext uri="{FF2B5EF4-FFF2-40B4-BE49-F238E27FC236}">
                <a16:creationId xmlns:a16="http://schemas.microsoft.com/office/drawing/2014/main" id="{00CD6670-3299-9C4F-EBD6-27FBAEEA670D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3">
            <a:extLst>
              <a:ext uri="{FF2B5EF4-FFF2-40B4-BE49-F238E27FC236}">
                <a16:creationId xmlns:a16="http://schemas.microsoft.com/office/drawing/2014/main" id="{E810DEE0-82C0-2360-FCF1-6D119B014DEC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4">
            <a:extLst>
              <a:ext uri="{FF2B5EF4-FFF2-40B4-BE49-F238E27FC236}">
                <a16:creationId xmlns:a16="http://schemas.microsoft.com/office/drawing/2014/main" id="{2CD0F71A-7C19-3AE3-FBEF-B78B913953C4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5">
            <a:extLst>
              <a:ext uri="{FF2B5EF4-FFF2-40B4-BE49-F238E27FC236}">
                <a16:creationId xmlns:a16="http://schemas.microsoft.com/office/drawing/2014/main" id="{23C6729A-D4E3-E54F-9450-6C1B4A618C85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6">
            <a:extLst>
              <a:ext uri="{FF2B5EF4-FFF2-40B4-BE49-F238E27FC236}">
                <a16:creationId xmlns:a16="http://schemas.microsoft.com/office/drawing/2014/main" id="{D7AC8443-30E2-2F62-223A-72F04AE9792D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label">
            <a:extLst>
              <a:ext uri="{FF2B5EF4-FFF2-40B4-BE49-F238E27FC236}">
                <a16:creationId xmlns:a16="http://schemas.microsoft.com/office/drawing/2014/main" id="{415A2F7C-5E0F-1990-A1AD-AAEC2F97CBFD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85489"/>
            <a:ext cx="16230600" cy="6948749"/>
          </a:xfrm>
          <a:custGeom>
            <a:avLst/>
            <a:gdLst/>
            <a:ahLst/>
            <a:cxnLst/>
            <a:rect l="l" t="t" r="r" b="b"/>
            <a:pathLst>
              <a:path w="16230600" h="6948749">
                <a:moveTo>
                  <a:pt x="0" y="0"/>
                </a:moveTo>
                <a:lnTo>
                  <a:pt x="16230600" y="0"/>
                </a:lnTo>
                <a:lnTo>
                  <a:pt x="16230600" y="6948748"/>
                </a:lnTo>
                <a:lnTo>
                  <a:pt x="0" y="694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5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vi-VN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prompt đến thiết bị: 7 bước</a:t>
            </a:r>
            <a:endParaRPr lang="en-US" sz="8000" b="1">
              <a:solidFill>
                <a:srgbClr val="6D8856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Progress seg 1">
            <a:extLst>
              <a:ext uri="{FF2B5EF4-FFF2-40B4-BE49-F238E27FC236}">
                <a16:creationId xmlns:a16="http://schemas.microsoft.com/office/drawing/2014/main" id="{1990769E-E290-5125-BA51-D8FC55C40C8B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rogress seg 2">
            <a:extLst>
              <a:ext uri="{FF2B5EF4-FFF2-40B4-BE49-F238E27FC236}">
                <a16:creationId xmlns:a16="http://schemas.microsoft.com/office/drawing/2014/main" id="{790C4A24-4977-C800-7DE8-A5636F22503F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3">
            <a:extLst>
              <a:ext uri="{FF2B5EF4-FFF2-40B4-BE49-F238E27FC236}">
                <a16:creationId xmlns:a16="http://schemas.microsoft.com/office/drawing/2014/main" id="{BCC3B9CA-C3DF-8C94-6D9D-67D009AED932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4">
            <a:extLst>
              <a:ext uri="{FF2B5EF4-FFF2-40B4-BE49-F238E27FC236}">
                <a16:creationId xmlns:a16="http://schemas.microsoft.com/office/drawing/2014/main" id="{B83A26CD-4972-AD30-351B-13822595B2E8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5">
            <a:extLst>
              <a:ext uri="{FF2B5EF4-FFF2-40B4-BE49-F238E27FC236}">
                <a16:creationId xmlns:a16="http://schemas.microsoft.com/office/drawing/2014/main" id="{38B779D0-CACC-5C5A-7E3A-95E1178BD56D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6">
            <a:extLst>
              <a:ext uri="{FF2B5EF4-FFF2-40B4-BE49-F238E27FC236}">
                <a16:creationId xmlns:a16="http://schemas.microsoft.com/office/drawing/2014/main" id="{86C29F4C-11EE-62C5-CDDD-46F4333A1E5D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label">
            <a:extLst>
              <a:ext uri="{FF2B5EF4-FFF2-40B4-BE49-F238E27FC236}">
                <a16:creationId xmlns:a16="http://schemas.microsoft.com/office/drawing/2014/main" id="{3FB9C793-8725-12E9-6BB0-075E9D6F7712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5632" y="0"/>
            <a:ext cx="10732368" cy="10732368"/>
          </a:xfrm>
          <a:custGeom>
            <a:avLst/>
            <a:gdLst/>
            <a:ahLst/>
            <a:cxnLst/>
            <a:rect l="l" t="t" r="r" b="b"/>
            <a:pathLst>
              <a:path w="10732368" h="10732368">
                <a:moveTo>
                  <a:pt x="0" y="0"/>
                </a:moveTo>
                <a:lnTo>
                  <a:pt x="10732368" y="0"/>
                </a:lnTo>
                <a:lnTo>
                  <a:pt x="10732368" y="10732368"/>
                </a:lnTo>
                <a:lnTo>
                  <a:pt x="0" y="10732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490"/>
            <a:ext cx="622300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Thực tế hệ thống </a:t>
            </a:r>
          </a:p>
          <a:p>
            <a:pPr algn="l">
              <a:lnSpc>
                <a:spcPts val="7000"/>
              </a:lnSpc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hoạt động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</a:p>
        </p:txBody>
      </p:sp>
      <p:sp>
        <p:nvSpPr>
          <p:cNvPr id="5" name="Progress seg 1">
            <a:extLst>
              <a:ext uri="{FF2B5EF4-FFF2-40B4-BE49-F238E27FC236}">
                <a16:creationId xmlns:a16="http://schemas.microsoft.com/office/drawing/2014/main" id="{E66F14B7-0B7F-1E9B-4F66-E1881109060D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2">
            <a:extLst>
              <a:ext uri="{FF2B5EF4-FFF2-40B4-BE49-F238E27FC236}">
                <a16:creationId xmlns:a16="http://schemas.microsoft.com/office/drawing/2014/main" id="{A2384D35-4D13-F62A-C14C-93202F20B0DC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3">
            <a:extLst>
              <a:ext uri="{FF2B5EF4-FFF2-40B4-BE49-F238E27FC236}">
                <a16:creationId xmlns:a16="http://schemas.microsoft.com/office/drawing/2014/main" id="{FF5E4BC3-C059-66EC-FB0B-925F424F6138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4">
            <a:extLst>
              <a:ext uri="{FF2B5EF4-FFF2-40B4-BE49-F238E27FC236}">
                <a16:creationId xmlns:a16="http://schemas.microsoft.com/office/drawing/2014/main" id="{54676D73-AF9C-9566-24EF-ECBB4E2214E2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5">
            <a:extLst>
              <a:ext uri="{FF2B5EF4-FFF2-40B4-BE49-F238E27FC236}">
                <a16:creationId xmlns:a16="http://schemas.microsoft.com/office/drawing/2014/main" id="{BD01CFA7-D403-0EFC-253F-4BA361352AC0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6">
            <a:extLst>
              <a:ext uri="{FF2B5EF4-FFF2-40B4-BE49-F238E27FC236}">
                <a16:creationId xmlns:a16="http://schemas.microsoft.com/office/drawing/2014/main" id="{C70661B5-FD54-433D-CA66-C7F16EA8DB62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label">
            <a:extLst>
              <a:ext uri="{FF2B5EF4-FFF2-40B4-BE49-F238E27FC236}">
                <a16:creationId xmlns:a16="http://schemas.microsoft.com/office/drawing/2014/main" id="{980F2477-653A-53B4-5CA3-1942E27B36A9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Timeline">
            <a:extLst>
              <a:ext uri="{FF2B5EF4-FFF2-40B4-BE49-F238E27FC236}">
                <a16:creationId xmlns:a16="http://schemas.microsoft.com/office/drawing/2014/main" id="{77695779-D790-7334-25FA-D8950D197DC2}"/>
              </a:ext>
            </a:extLst>
          </p:cNvPr>
          <p:cNvCxnSpPr/>
          <p:nvPr/>
        </p:nvCxnSpPr>
        <p:spPr>
          <a:xfrm>
            <a:off x="1282700" y="3111500"/>
            <a:ext cx="0" cy="5638800"/>
          </a:xfrm>
          <a:prstGeom prst="line">
            <a:avLst/>
          </a:prstGeom>
          <a:ln w="38100">
            <a:solidFill>
              <a:srgbClr val="C9D8BF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vi-VN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Ví dụ thực tế: tưới cây</a:t>
            </a:r>
            <a:endParaRPr lang="en-US" sz="8000" b="1">
              <a:solidFill>
                <a:srgbClr val="6D8856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Badge 1">
            <a:extLst>
              <a:ext uri="{FF2B5EF4-FFF2-40B4-BE49-F238E27FC236}">
                <a16:creationId xmlns:a16="http://schemas.microsoft.com/office/drawing/2014/main" id="{3E6332B7-6B57-FDAA-E3A9-9554C80A17C2}"/>
              </a:ext>
            </a:extLst>
          </p:cNvPr>
          <p:cNvSpPr/>
          <p:nvPr/>
        </p:nvSpPr>
        <p:spPr>
          <a:xfrm>
            <a:off x="1028700" y="2857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</a:t>
            </a:r>
          </a:p>
        </p:txBody>
      </p:sp>
      <p:sp>
        <p:nvSpPr>
          <p:cNvPr id="5" name="Actor 1">
            <a:extLst>
              <a:ext uri="{FF2B5EF4-FFF2-40B4-BE49-F238E27FC236}">
                <a16:creationId xmlns:a16="http://schemas.microsoft.com/office/drawing/2014/main" id="{46D25663-422B-9907-7D1C-B61D600B70F0}"/>
              </a:ext>
            </a:extLst>
          </p:cNvPr>
          <p:cNvSpPr/>
          <p:nvPr/>
        </p:nvSpPr>
        <p:spPr>
          <a:xfrm>
            <a:off x="1739900" y="28321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vi-VN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Người dùng → AI</a:t>
            </a:r>
            <a:endParaRPr lang="en-US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Badge 2">
            <a:extLst>
              <a:ext uri="{FF2B5EF4-FFF2-40B4-BE49-F238E27FC236}">
                <a16:creationId xmlns:a16="http://schemas.microsoft.com/office/drawing/2014/main" id="{AE70B067-EA22-515E-B1A9-4D0F1FB852B4}"/>
              </a:ext>
            </a:extLst>
          </p:cNvPr>
          <p:cNvSpPr/>
          <p:nvPr/>
        </p:nvSpPr>
        <p:spPr>
          <a:xfrm>
            <a:off x="1028700" y="3797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</a:t>
            </a:r>
          </a:p>
        </p:txBody>
      </p:sp>
      <p:sp>
        <p:nvSpPr>
          <p:cNvPr id="7" name="Actor 2">
            <a:extLst>
              <a:ext uri="{FF2B5EF4-FFF2-40B4-BE49-F238E27FC236}">
                <a16:creationId xmlns:a16="http://schemas.microsoft.com/office/drawing/2014/main" id="{68A5F8A2-05AF-4935-285B-DF1A5BCEDB60}"/>
              </a:ext>
            </a:extLst>
          </p:cNvPr>
          <p:cNvSpPr/>
          <p:nvPr/>
        </p:nvSpPr>
        <p:spPr>
          <a:xfrm>
            <a:off x="1739900" y="37719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Server</a:t>
            </a:r>
          </a:p>
        </p:txBody>
      </p:sp>
      <p:sp>
        <p:nvSpPr>
          <p:cNvPr id="8" name="Code 2">
            <a:extLst>
              <a:ext uri="{FF2B5EF4-FFF2-40B4-BE49-F238E27FC236}">
                <a16:creationId xmlns:a16="http://schemas.microsoft.com/office/drawing/2014/main" id="{0299C8F0-A6DA-2E33-0C06-588EED540075}"/>
              </a:ext>
            </a:extLst>
          </p:cNvPr>
          <p:cNvSpPr/>
          <p:nvPr/>
        </p:nvSpPr>
        <p:spPr>
          <a:xfrm>
            <a:off x="11645900" y="37719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tools/list → 12 tool</a:t>
            </a:r>
          </a:p>
        </p:txBody>
      </p:sp>
      <p:sp>
        <p:nvSpPr>
          <p:cNvPr id="9" name="Badge 3">
            <a:extLst>
              <a:ext uri="{FF2B5EF4-FFF2-40B4-BE49-F238E27FC236}">
                <a16:creationId xmlns:a16="http://schemas.microsoft.com/office/drawing/2014/main" id="{60674979-692A-5B77-1D61-DD0F115F00C9}"/>
              </a:ext>
            </a:extLst>
          </p:cNvPr>
          <p:cNvSpPr/>
          <p:nvPr/>
        </p:nvSpPr>
        <p:spPr>
          <a:xfrm>
            <a:off x="1028700" y="47371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</a:t>
            </a:r>
          </a:p>
        </p:txBody>
      </p:sp>
      <p:sp>
        <p:nvSpPr>
          <p:cNvPr id="10" name="Actor 3">
            <a:extLst>
              <a:ext uri="{FF2B5EF4-FFF2-40B4-BE49-F238E27FC236}">
                <a16:creationId xmlns:a16="http://schemas.microsoft.com/office/drawing/2014/main" id="{4ED16026-6818-9F3E-DC50-AEAEC7774186}"/>
              </a:ext>
            </a:extLst>
          </p:cNvPr>
          <p:cNvSpPr/>
          <p:nvPr/>
        </p:nvSpPr>
        <p:spPr>
          <a:xfrm>
            <a:off x="1739900" y="47117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→ API</a:t>
            </a:r>
          </a:p>
        </p:txBody>
      </p:sp>
      <p:sp>
        <p:nvSpPr>
          <p:cNvPr id="11" name="Code 3">
            <a:extLst>
              <a:ext uri="{FF2B5EF4-FFF2-40B4-BE49-F238E27FC236}">
                <a16:creationId xmlns:a16="http://schemas.microsoft.com/office/drawing/2014/main" id="{882547C1-EC7C-3D6B-D31D-A1846A897481}"/>
              </a:ext>
            </a:extLst>
          </p:cNvPr>
          <p:cNvSpPr/>
          <p:nvPr/>
        </p:nvSpPr>
        <p:spPr>
          <a:xfrm>
            <a:off x="11645900" y="47117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it-IT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/api/sensordata/latest/{id}</a:t>
            </a:r>
            <a:endParaRPr lang="en-US" sz="17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2" name="Badge 4">
            <a:extLst>
              <a:ext uri="{FF2B5EF4-FFF2-40B4-BE49-F238E27FC236}">
                <a16:creationId xmlns:a16="http://schemas.microsoft.com/office/drawing/2014/main" id="{BB6ECA90-F75B-9ED1-D51B-A1877E332065}"/>
              </a:ext>
            </a:extLst>
          </p:cNvPr>
          <p:cNvSpPr/>
          <p:nvPr/>
        </p:nvSpPr>
        <p:spPr>
          <a:xfrm>
            <a:off x="1028700" y="56769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4</a:t>
            </a:r>
          </a:p>
        </p:txBody>
      </p:sp>
      <p:sp>
        <p:nvSpPr>
          <p:cNvPr id="13" name="Actor 4">
            <a:extLst>
              <a:ext uri="{FF2B5EF4-FFF2-40B4-BE49-F238E27FC236}">
                <a16:creationId xmlns:a16="http://schemas.microsoft.com/office/drawing/2014/main" id="{30ECD703-BD2B-3B98-4860-D4D636DE725C}"/>
              </a:ext>
            </a:extLst>
          </p:cNvPr>
          <p:cNvSpPr/>
          <p:nvPr/>
        </p:nvSpPr>
        <p:spPr>
          <a:xfrm>
            <a:off x="1739900" y="56515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API → AI</a:t>
            </a:r>
          </a:p>
        </p:txBody>
      </p:sp>
      <p:sp>
        <p:nvSpPr>
          <p:cNvPr id="14" name="Code 4">
            <a:extLst>
              <a:ext uri="{FF2B5EF4-FFF2-40B4-BE49-F238E27FC236}">
                <a16:creationId xmlns:a16="http://schemas.microsoft.com/office/drawing/2014/main" id="{FD46D9A2-288F-F546-8DB7-606C7BF34CD9}"/>
              </a:ext>
            </a:extLst>
          </p:cNvPr>
          <p:cNvSpPr/>
          <p:nvPr/>
        </p:nvSpPr>
        <p:spPr>
          <a:xfrm>
            <a:off x="11645900" y="56515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{"soilPercent": 23}</a:t>
            </a:r>
          </a:p>
        </p:txBody>
      </p:sp>
      <p:sp>
        <p:nvSpPr>
          <p:cNvPr id="15" name="Badge 5">
            <a:extLst>
              <a:ext uri="{FF2B5EF4-FFF2-40B4-BE49-F238E27FC236}">
                <a16:creationId xmlns:a16="http://schemas.microsoft.com/office/drawing/2014/main" id="{C10DC7E8-5BE4-A3C8-DC1E-D9CF4C4F4172}"/>
              </a:ext>
            </a:extLst>
          </p:cNvPr>
          <p:cNvSpPr/>
          <p:nvPr/>
        </p:nvSpPr>
        <p:spPr>
          <a:xfrm>
            <a:off x="1028700" y="66167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5</a:t>
            </a:r>
          </a:p>
        </p:txBody>
      </p:sp>
      <p:sp>
        <p:nvSpPr>
          <p:cNvPr id="16" name="Actor 5">
            <a:extLst>
              <a:ext uri="{FF2B5EF4-FFF2-40B4-BE49-F238E27FC236}">
                <a16:creationId xmlns:a16="http://schemas.microsoft.com/office/drawing/2014/main" id="{B6F796D6-6CB0-66F5-078C-4131F37D50E6}"/>
              </a:ext>
            </a:extLst>
          </p:cNvPr>
          <p:cNvSpPr/>
          <p:nvPr/>
        </p:nvSpPr>
        <p:spPr>
          <a:xfrm>
            <a:off x="1739900" y="65913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</a:t>
            </a:r>
          </a:p>
        </p:txBody>
      </p:sp>
      <p:sp>
        <p:nvSpPr>
          <p:cNvPr id="17" name="Badge 6">
            <a:extLst>
              <a:ext uri="{FF2B5EF4-FFF2-40B4-BE49-F238E27FC236}">
                <a16:creationId xmlns:a16="http://schemas.microsoft.com/office/drawing/2014/main" id="{29C25848-B64B-CA65-EC8C-C36E27662F2F}"/>
              </a:ext>
            </a:extLst>
          </p:cNvPr>
          <p:cNvSpPr/>
          <p:nvPr/>
        </p:nvSpPr>
        <p:spPr>
          <a:xfrm>
            <a:off x="1028700" y="755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</a:t>
            </a:r>
          </a:p>
        </p:txBody>
      </p:sp>
      <p:sp>
        <p:nvSpPr>
          <p:cNvPr id="18" name="Actor 6">
            <a:extLst>
              <a:ext uri="{FF2B5EF4-FFF2-40B4-BE49-F238E27FC236}">
                <a16:creationId xmlns:a16="http://schemas.microsoft.com/office/drawing/2014/main" id="{EC5288C5-5A15-B117-0AF3-1D75907D5346}"/>
              </a:ext>
            </a:extLst>
          </p:cNvPr>
          <p:cNvSpPr/>
          <p:nvPr/>
        </p:nvSpPr>
        <p:spPr>
          <a:xfrm>
            <a:off x="1739900" y="75311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→ API</a:t>
            </a:r>
          </a:p>
        </p:txBody>
      </p:sp>
      <p:sp>
        <p:nvSpPr>
          <p:cNvPr id="19" name="Code 6">
            <a:extLst>
              <a:ext uri="{FF2B5EF4-FFF2-40B4-BE49-F238E27FC236}">
                <a16:creationId xmlns:a16="http://schemas.microsoft.com/office/drawing/2014/main" id="{BC0AD99C-B966-67C7-5A62-E1F1CDBC0E98}"/>
              </a:ext>
            </a:extLst>
          </p:cNvPr>
          <p:cNvSpPr/>
          <p:nvPr/>
        </p:nvSpPr>
        <p:spPr>
          <a:xfrm>
            <a:off x="11645900" y="75311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{"pump": true}</a:t>
            </a:r>
          </a:p>
        </p:txBody>
      </p:sp>
      <p:sp>
        <p:nvSpPr>
          <p:cNvPr id="20" name="Badge 7">
            <a:extLst>
              <a:ext uri="{FF2B5EF4-FFF2-40B4-BE49-F238E27FC236}">
                <a16:creationId xmlns:a16="http://schemas.microsoft.com/office/drawing/2014/main" id="{B50BCC1A-8595-118C-2F34-F1EE0DDC4219}"/>
              </a:ext>
            </a:extLst>
          </p:cNvPr>
          <p:cNvSpPr/>
          <p:nvPr/>
        </p:nvSpPr>
        <p:spPr>
          <a:xfrm>
            <a:off x="1028700" y="8496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7</a:t>
            </a:r>
          </a:p>
        </p:txBody>
      </p:sp>
      <p:sp>
        <p:nvSpPr>
          <p:cNvPr id="21" name="Actor 7">
            <a:extLst>
              <a:ext uri="{FF2B5EF4-FFF2-40B4-BE49-F238E27FC236}">
                <a16:creationId xmlns:a16="http://schemas.microsoft.com/office/drawing/2014/main" id="{5867EA14-13F6-E8A0-675B-A0CF27395D29}"/>
              </a:ext>
            </a:extLst>
          </p:cNvPr>
          <p:cNvSpPr/>
          <p:nvPr/>
        </p:nvSpPr>
        <p:spPr>
          <a:xfrm>
            <a:off x="1739900" y="84709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→ Thiết bị</a:t>
            </a:r>
          </a:p>
        </p:txBody>
      </p:sp>
      <p:sp>
        <p:nvSpPr>
          <p:cNvPr id="22" name="Code 7">
            <a:extLst>
              <a:ext uri="{FF2B5EF4-FFF2-40B4-BE49-F238E27FC236}">
                <a16:creationId xmlns:a16="http://schemas.microsoft.com/office/drawing/2014/main" id="{8C574568-9F26-0EB5-AB31-51D066E5A02F}"/>
              </a:ext>
            </a:extLst>
          </p:cNvPr>
          <p:cNvSpPr/>
          <p:nvPr/>
        </p:nvSpPr>
        <p:spPr>
          <a:xfrm>
            <a:off x="11645900" y="84709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xmini/control {"pump": true}</a:t>
            </a:r>
          </a:p>
        </p:txBody>
      </p:sp>
      <p:sp>
        <p:nvSpPr>
          <p:cNvPr id="24" name="Step 1">
            <a:extLst>
              <a:ext uri="{FF2B5EF4-FFF2-40B4-BE49-F238E27FC236}">
                <a16:creationId xmlns:a16="http://schemas.microsoft.com/office/drawing/2014/main" id="{56EE84E4-C4B7-22F4-D1FB-092AA4F5F445}"/>
              </a:ext>
            </a:extLst>
          </p:cNvPr>
          <p:cNvSpPr txBox="1"/>
          <p:nvPr/>
        </p:nvSpPr>
        <p:spPr>
          <a:xfrm>
            <a:off x="5168900" y="27178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5" name="Step 2">
            <a:extLst>
              <a:ext uri="{FF2B5EF4-FFF2-40B4-BE49-F238E27FC236}">
                <a16:creationId xmlns:a16="http://schemas.microsoft.com/office/drawing/2014/main" id="{1A976132-740A-8FAB-9CB1-0C7BFD93AE85}"/>
              </a:ext>
            </a:extLst>
          </p:cNvPr>
          <p:cNvSpPr txBox="1"/>
          <p:nvPr/>
        </p:nvSpPr>
        <p:spPr>
          <a:xfrm>
            <a:off x="5168900" y="36576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Lấy danh sách tool</a:t>
            </a:r>
          </a:p>
        </p:txBody>
      </p:sp>
      <p:sp>
        <p:nvSpPr>
          <p:cNvPr id="26" name="Step 3">
            <a:extLst>
              <a:ext uri="{FF2B5EF4-FFF2-40B4-BE49-F238E27FC236}">
                <a16:creationId xmlns:a16="http://schemas.microsoft.com/office/drawing/2014/main" id="{93A2531A-13F8-13CE-E080-484AA436A0C0}"/>
              </a:ext>
            </a:extLst>
          </p:cNvPr>
          <p:cNvSpPr txBox="1"/>
          <p:nvPr/>
        </p:nvSpPr>
        <p:spPr>
          <a:xfrm>
            <a:off x="5168900" y="45974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Gọi tool get_latest_sensor</a:t>
            </a:r>
          </a:p>
        </p:txBody>
      </p:sp>
      <p:sp>
        <p:nvSpPr>
          <p:cNvPr id="27" name="Step 4">
            <a:extLst>
              <a:ext uri="{FF2B5EF4-FFF2-40B4-BE49-F238E27FC236}">
                <a16:creationId xmlns:a16="http://schemas.microsoft.com/office/drawing/2014/main" id="{9D504CF5-C1A0-2EDF-1F33-D4978931A59A}"/>
              </a:ext>
            </a:extLst>
          </p:cNvPr>
          <p:cNvSpPr txBox="1"/>
          <p:nvPr/>
        </p:nvSpPr>
        <p:spPr>
          <a:xfrm>
            <a:off x="5168900" y="55372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Nhận độ ẩm đất hiện tại</a:t>
            </a:r>
          </a:p>
        </p:txBody>
      </p:sp>
      <p:sp>
        <p:nvSpPr>
          <p:cNvPr id="28" name="Step 5">
            <a:extLst>
              <a:ext uri="{FF2B5EF4-FFF2-40B4-BE49-F238E27FC236}">
                <a16:creationId xmlns:a16="http://schemas.microsoft.com/office/drawing/2014/main" id="{87D06C4E-5D32-E233-ED3C-D88E0E935510}"/>
              </a:ext>
            </a:extLst>
          </p:cNvPr>
          <p:cNvSpPr txBox="1"/>
          <p:nvPr/>
        </p:nvSpPr>
        <p:spPr>
          <a:xfrm>
            <a:off x="5168900" y="64770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23% là đất khô → quyết định tưới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9" name="Step 6">
            <a:extLst>
              <a:ext uri="{FF2B5EF4-FFF2-40B4-BE49-F238E27FC236}">
                <a16:creationId xmlns:a16="http://schemas.microsoft.com/office/drawing/2014/main" id="{5CD3F06E-1C3A-4002-C4F9-718041857043}"/>
              </a:ext>
            </a:extLst>
          </p:cNvPr>
          <p:cNvSpPr txBox="1"/>
          <p:nvPr/>
        </p:nvSpPr>
        <p:spPr>
          <a:xfrm>
            <a:off x="5168900" y="74168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Gọi tool set_pump</a:t>
            </a:r>
          </a:p>
        </p:txBody>
      </p:sp>
      <p:sp>
        <p:nvSpPr>
          <p:cNvPr id="30" name="Step 7">
            <a:extLst>
              <a:ext uri="{FF2B5EF4-FFF2-40B4-BE49-F238E27FC236}">
                <a16:creationId xmlns:a16="http://schemas.microsoft.com/office/drawing/2014/main" id="{51CE0CEC-6E7E-7EBB-2653-BC9E1250F09B}"/>
              </a:ext>
            </a:extLst>
          </p:cNvPr>
          <p:cNvSpPr txBox="1"/>
          <p:nvPr/>
        </p:nvSpPr>
        <p:spPr>
          <a:xfrm>
            <a:off x="5168900" y="83566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Gửi lệnh qua HiveMQ, bơm chạy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1" name="Progress seg 1">
            <a:extLst>
              <a:ext uri="{FF2B5EF4-FFF2-40B4-BE49-F238E27FC236}">
                <a16:creationId xmlns:a16="http://schemas.microsoft.com/office/drawing/2014/main" id="{7E38108A-D374-1C8A-490E-385578004B72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gress seg 2">
            <a:extLst>
              <a:ext uri="{FF2B5EF4-FFF2-40B4-BE49-F238E27FC236}">
                <a16:creationId xmlns:a16="http://schemas.microsoft.com/office/drawing/2014/main" id="{AD2DA72C-3756-1D32-1D53-E7F4E4A1D322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gress seg 3">
            <a:extLst>
              <a:ext uri="{FF2B5EF4-FFF2-40B4-BE49-F238E27FC236}">
                <a16:creationId xmlns:a16="http://schemas.microsoft.com/office/drawing/2014/main" id="{ECE94968-0B5D-DEDB-97FB-85A96E25BACC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gress seg 4">
            <a:extLst>
              <a:ext uri="{FF2B5EF4-FFF2-40B4-BE49-F238E27FC236}">
                <a16:creationId xmlns:a16="http://schemas.microsoft.com/office/drawing/2014/main" id="{BAF032C4-9655-9221-640C-3B19BB48C961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gress seg 5">
            <a:extLst>
              <a:ext uri="{FF2B5EF4-FFF2-40B4-BE49-F238E27FC236}">
                <a16:creationId xmlns:a16="http://schemas.microsoft.com/office/drawing/2014/main" id="{40A33A52-98D5-2990-12FE-11762A55AD52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6">
            <a:extLst>
              <a:ext uri="{FF2B5EF4-FFF2-40B4-BE49-F238E27FC236}">
                <a16:creationId xmlns:a16="http://schemas.microsoft.com/office/drawing/2014/main" id="{E50C383F-B4A4-F960-1FD6-0EE2DDD4352D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label">
            <a:extLst>
              <a:ext uri="{FF2B5EF4-FFF2-40B4-BE49-F238E27FC236}">
                <a16:creationId xmlns:a16="http://schemas.microsoft.com/office/drawing/2014/main" id="{8A89637B-89FD-3F73-2D29-E6F4AEF7E8C8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870778-D95B-6613-24A5-53BC895F4DF6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Demo</a:t>
            </a:r>
          </a:p>
        </p:txBody>
      </p:sp>
      <p:sp>
        <p:nvSpPr>
          <p:cNvPr id="3" name="Demo card 1">
            <a:extLst>
              <a:ext uri="{FF2B5EF4-FFF2-40B4-BE49-F238E27FC236}">
                <a16:creationId xmlns:a16="http://schemas.microsoft.com/office/drawing/2014/main" id="{74BF055F-3BC9-0256-24B8-32FFEB013D1F}"/>
              </a:ext>
            </a:extLst>
          </p:cNvPr>
          <p:cNvSpPr/>
          <p:nvPr/>
        </p:nvSpPr>
        <p:spPr>
          <a:xfrm>
            <a:off x="1028700" y="3276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Demo badge 1">
            <a:extLst>
              <a:ext uri="{FF2B5EF4-FFF2-40B4-BE49-F238E27FC236}">
                <a16:creationId xmlns:a16="http://schemas.microsoft.com/office/drawing/2014/main" id="{06C4CA3F-66BD-EDA5-CDEA-4FFEFBA577B2}"/>
              </a:ext>
            </a:extLst>
          </p:cNvPr>
          <p:cNvSpPr/>
          <p:nvPr/>
        </p:nvSpPr>
        <p:spPr>
          <a:xfrm>
            <a:off x="1333500" y="3784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</a:t>
            </a:r>
          </a:p>
        </p:txBody>
      </p:sp>
      <p:sp>
        <p:nvSpPr>
          <p:cNvPr id="5" name="Demo card 2">
            <a:extLst>
              <a:ext uri="{FF2B5EF4-FFF2-40B4-BE49-F238E27FC236}">
                <a16:creationId xmlns:a16="http://schemas.microsoft.com/office/drawing/2014/main" id="{A3C2444A-19F7-70E3-8414-8628C5CC64E3}"/>
              </a:ext>
            </a:extLst>
          </p:cNvPr>
          <p:cNvSpPr/>
          <p:nvPr/>
        </p:nvSpPr>
        <p:spPr>
          <a:xfrm>
            <a:off x="1028700" y="5181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Demo badge 2">
            <a:extLst>
              <a:ext uri="{FF2B5EF4-FFF2-40B4-BE49-F238E27FC236}">
                <a16:creationId xmlns:a16="http://schemas.microsoft.com/office/drawing/2014/main" id="{5DA5CC31-14EB-7E0F-7EF0-C89697937315}"/>
              </a:ext>
            </a:extLst>
          </p:cNvPr>
          <p:cNvSpPr/>
          <p:nvPr/>
        </p:nvSpPr>
        <p:spPr>
          <a:xfrm>
            <a:off x="1333500" y="5689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</a:t>
            </a:r>
          </a:p>
        </p:txBody>
      </p:sp>
      <p:sp>
        <p:nvSpPr>
          <p:cNvPr id="7" name="Demo card 3">
            <a:extLst>
              <a:ext uri="{FF2B5EF4-FFF2-40B4-BE49-F238E27FC236}">
                <a16:creationId xmlns:a16="http://schemas.microsoft.com/office/drawing/2014/main" id="{8FDAB8E5-6401-FBBE-8723-1E1B23C79B40}"/>
              </a:ext>
            </a:extLst>
          </p:cNvPr>
          <p:cNvSpPr/>
          <p:nvPr/>
        </p:nvSpPr>
        <p:spPr>
          <a:xfrm>
            <a:off x="1028700" y="7086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Demo badge 3">
            <a:extLst>
              <a:ext uri="{FF2B5EF4-FFF2-40B4-BE49-F238E27FC236}">
                <a16:creationId xmlns:a16="http://schemas.microsoft.com/office/drawing/2014/main" id="{C365BCF7-BF1A-0460-426D-74AA8E79463D}"/>
              </a:ext>
            </a:extLst>
          </p:cNvPr>
          <p:cNvSpPr/>
          <p:nvPr/>
        </p:nvSpPr>
        <p:spPr>
          <a:xfrm>
            <a:off x="1333500" y="7594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</a:t>
            </a:r>
          </a:p>
        </p:txBody>
      </p:sp>
      <p:sp>
        <p:nvSpPr>
          <p:cNvPr id="9" name="Demo subtitle">
            <a:extLst>
              <a:ext uri="{FF2B5EF4-FFF2-40B4-BE49-F238E27FC236}">
                <a16:creationId xmlns:a16="http://schemas.microsoft.com/office/drawing/2014/main" id="{B59545AA-CBF4-6C44-ABE1-BEB11EE0DFE4}"/>
              </a:ext>
            </a:extLst>
          </p:cNvPr>
          <p:cNvSpPr txBox="1"/>
          <p:nvPr/>
        </p:nvSpPr>
        <p:spPr>
          <a:xfrm>
            <a:off x="1028700" y="2540000"/>
            <a:ext cx="116713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4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Chạy trực tiếp: thủ công → tự động theo ngưỡng → điều khiển bằng AI</a:t>
            </a:r>
            <a:endParaRPr lang="en-US" sz="24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Demo title 1">
            <a:extLst>
              <a:ext uri="{FF2B5EF4-FFF2-40B4-BE49-F238E27FC236}">
                <a16:creationId xmlns:a16="http://schemas.microsoft.com/office/drawing/2014/main" id="{EBE05F2E-B835-90E3-7A48-A24807100148}"/>
              </a:ext>
            </a:extLst>
          </p:cNvPr>
          <p:cNvSpPr txBox="1"/>
          <p:nvPr/>
        </p:nvSpPr>
        <p:spPr>
          <a:xfrm>
            <a:off x="2349500" y="3454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Điều khiển thủ công</a:t>
            </a:r>
          </a:p>
        </p:txBody>
      </p:sp>
      <p:sp>
        <p:nvSpPr>
          <p:cNvPr id="11" name="Demo desc 1">
            <a:extLst>
              <a:ext uri="{FF2B5EF4-FFF2-40B4-BE49-F238E27FC236}">
                <a16:creationId xmlns:a16="http://schemas.microsoft.com/office/drawing/2014/main" id="{3702C646-8FEE-9C69-B7F4-959D604105EB}"/>
              </a:ext>
            </a:extLst>
          </p:cNvPr>
          <p:cNvSpPr txBox="1"/>
          <p:nvPr/>
        </p:nvSpPr>
        <p:spPr>
          <a:xfrm>
            <a:off x="2349500" y="4013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Bấm bật/tắt bơm, đèn trên app →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lệnh đi qua MQTT, thiết bị phản hồi, app cập nhật trạng thái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2" name="Demo title 2">
            <a:extLst>
              <a:ext uri="{FF2B5EF4-FFF2-40B4-BE49-F238E27FC236}">
                <a16:creationId xmlns:a16="http://schemas.microsoft.com/office/drawing/2014/main" id="{6114A2D8-9803-E61D-F2C3-B30C4C98054C}"/>
              </a:ext>
            </a:extLst>
          </p:cNvPr>
          <p:cNvSpPr txBox="1"/>
          <p:nvPr/>
        </p:nvSpPr>
        <p:spPr>
          <a:xfrm>
            <a:off x="2349500" y="5359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Cài ngưỡng, xem server tự tưới (auto)</a:t>
            </a:r>
            <a:endParaRPr lang="en-US" sz="27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Demo desc 2">
            <a:extLst>
              <a:ext uri="{FF2B5EF4-FFF2-40B4-BE49-F238E27FC236}">
                <a16:creationId xmlns:a16="http://schemas.microsoft.com/office/drawing/2014/main" id="{F4C52612-6B01-14A1-096B-E31915B5BDCB}"/>
              </a:ext>
            </a:extLst>
          </p:cNvPr>
          <p:cNvSpPr txBox="1"/>
          <p:nvPr/>
        </p:nvSpPr>
        <p:spPr>
          <a:xfrm>
            <a:off x="2349500" y="5918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Đặt ngưỡng bật bơm cao hơn độ ẩm hiện tại →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sau ~10 giây server tự bật bơm; đất đủ ẩm thì tự tắt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4" name="Demo title 3">
            <a:extLst>
              <a:ext uri="{FF2B5EF4-FFF2-40B4-BE49-F238E27FC236}">
                <a16:creationId xmlns:a16="http://schemas.microsoft.com/office/drawing/2014/main" id="{C57FF619-7FF9-1562-1CD8-4636523C792B}"/>
              </a:ext>
            </a:extLst>
          </p:cNvPr>
          <p:cNvSpPr txBox="1"/>
          <p:nvPr/>
        </p:nvSpPr>
        <p:spPr>
          <a:xfrm>
            <a:off x="2349500" y="7264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Hỏi tình trạng cây, ra lệnh bằng prompt</a:t>
            </a:r>
          </a:p>
        </p:txBody>
      </p:sp>
      <p:sp>
        <p:nvSpPr>
          <p:cNvPr id="15" name="Demo desc 3">
            <a:extLst>
              <a:ext uri="{FF2B5EF4-FFF2-40B4-BE49-F238E27FC236}">
                <a16:creationId xmlns:a16="http://schemas.microsoft.com/office/drawing/2014/main" id="{D2F9E856-CF9C-740F-480F-E7ED9848B382}"/>
              </a:ext>
            </a:extLst>
          </p:cNvPr>
          <p:cNvSpPr txBox="1"/>
          <p:nvPr/>
        </p:nvSpPr>
        <p:spPr>
          <a:xfrm>
            <a:off x="2349500" y="7823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 → AI đọc cảm biến và trả lời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“Tưới giúp tôi” → AI gọi set_pump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pic>
        <p:nvPicPr>
          <p:cNvPr id="17" name="Demo phone">
            <a:extLst>
              <a:ext uri="{FF2B5EF4-FFF2-40B4-BE49-F238E27FC236}">
                <a16:creationId xmlns:a16="http://schemas.microsoft.com/office/drawing/2014/main" id="{021E23DF-3EB7-F309-A3C8-816AB9C96C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0" y="3276600"/>
            <a:ext cx="2662456" cy="5537200"/>
          </a:xfrm>
          <a:prstGeom prst="rect">
            <a:avLst/>
          </a:prstGeom>
        </p:spPr>
      </p:pic>
      <p:sp>
        <p:nvSpPr>
          <p:cNvPr id="18" name="Progress seg 1">
            <a:extLst>
              <a:ext uri="{FF2B5EF4-FFF2-40B4-BE49-F238E27FC236}">
                <a16:creationId xmlns:a16="http://schemas.microsoft.com/office/drawing/2014/main" id="{24DEBB80-BC58-600E-B907-CA616BC2809A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seg 2">
            <a:extLst>
              <a:ext uri="{FF2B5EF4-FFF2-40B4-BE49-F238E27FC236}">
                <a16:creationId xmlns:a16="http://schemas.microsoft.com/office/drawing/2014/main" id="{1AEFDA17-548D-F3DD-1FDE-362C8ED33702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seg 3">
            <a:extLst>
              <a:ext uri="{FF2B5EF4-FFF2-40B4-BE49-F238E27FC236}">
                <a16:creationId xmlns:a16="http://schemas.microsoft.com/office/drawing/2014/main" id="{AC65228E-B164-E7B0-1F13-C746BEFF0F7F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gress seg 4">
            <a:extLst>
              <a:ext uri="{FF2B5EF4-FFF2-40B4-BE49-F238E27FC236}">
                <a16:creationId xmlns:a16="http://schemas.microsoft.com/office/drawing/2014/main" id="{9F1573F5-F4E4-32A4-5D74-B64256434835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seg 5">
            <a:extLst>
              <a:ext uri="{FF2B5EF4-FFF2-40B4-BE49-F238E27FC236}">
                <a16:creationId xmlns:a16="http://schemas.microsoft.com/office/drawing/2014/main" id="{C48B0026-665D-7EF3-D685-BF58F50A4CD6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rogress seg 6">
            <a:extLst>
              <a:ext uri="{FF2B5EF4-FFF2-40B4-BE49-F238E27FC236}">
                <a16:creationId xmlns:a16="http://schemas.microsoft.com/office/drawing/2014/main" id="{9BECF5EF-8919-26D8-B587-E68631BCF76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rogress label">
            <a:extLst>
              <a:ext uri="{FF2B5EF4-FFF2-40B4-BE49-F238E27FC236}">
                <a16:creationId xmlns:a16="http://schemas.microsoft.com/office/drawing/2014/main" id="{A1CA22F2-86B0-DEEB-4C41-30512681867E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Demo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21 / 24</a:t>
            </a:r>
          </a:p>
        </p:txBody>
      </p:sp>
    </p:spTree>
    <p:extLst>
      <p:ext uri="{BB962C8B-B14F-4D97-AF65-F5344CB8AC3E}">
        <p14:creationId xmlns:p14="http://schemas.microsoft.com/office/powerpoint/2010/main" val="91530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490"/>
            <a:ext cx="673100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Áp dụng MCP Server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vào công việc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5" name="Progress seg 1">
            <a:extLst>
              <a:ext uri="{FF2B5EF4-FFF2-40B4-BE49-F238E27FC236}">
                <a16:creationId xmlns:a16="http://schemas.microsoft.com/office/drawing/2014/main" id="{EB3BF6C3-8BE4-8ABC-AFEE-813444EABC3E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rogress seg 2">
            <a:extLst>
              <a:ext uri="{FF2B5EF4-FFF2-40B4-BE49-F238E27FC236}">
                <a16:creationId xmlns:a16="http://schemas.microsoft.com/office/drawing/2014/main" id="{628FCA29-14E1-2495-EC89-F245F1DC83A9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rogress seg 3">
            <a:extLst>
              <a:ext uri="{FF2B5EF4-FFF2-40B4-BE49-F238E27FC236}">
                <a16:creationId xmlns:a16="http://schemas.microsoft.com/office/drawing/2014/main" id="{D3F8F8C3-0AFB-321F-2510-1A5FF30145D9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gress seg 4">
            <a:extLst>
              <a:ext uri="{FF2B5EF4-FFF2-40B4-BE49-F238E27FC236}">
                <a16:creationId xmlns:a16="http://schemas.microsoft.com/office/drawing/2014/main" id="{F21096A8-3CF5-CCB1-3B50-9F7CB312ED66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ogress seg 5">
            <a:extLst>
              <a:ext uri="{FF2B5EF4-FFF2-40B4-BE49-F238E27FC236}">
                <a16:creationId xmlns:a16="http://schemas.microsoft.com/office/drawing/2014/main" id="{2335ED17-A419-D252-1596-6140831BDD00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rogress seg 6">
            <a:extLst>
              <a:ext uri="{FF2B5EF4-FFF2-40B4-BE49-F238E27FC236}">
                <a16:creationId xmlns:a16="http://schemas.microsoft.com/office/drawing/2014/main" id="{EADA978F-ED26-F853-A8FE-3B441C989E03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gress label">
            <a:extLst>
              <a:ext uri="{FF2B5EF4-FFF2-40B4-BE49-F238E27FC236}">
                <a16:creationId xmlns:a16="http://schemas.microsoft.com/office/drawing/2014/main" id="{CA955460-0A72-1511-4EDD-705D7FEDB540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Áp dụng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Áp dụng MCP vào công việc</a:t>
            </a:r>
          </a:p>
        </p:txBody>
      </p:sp>
      <p:sp>
        <p:nvSpPr>
          <p:cNvPr id="4" name="Card Jira">
            <a:extLst>
              <a:ext uri="{FF2B5EF4-FFF2-40B4-BE49-F238E27FC236}">
                <a16:creationId xmlns:a16="http://schemas.microsoft.com/office/drawing/2014/main" id="{2E60D4A0-71EC-E61A-2F78-BDE180219E2D}"/>
              </a:ext>
            </a:extLst>
          </p:cNvPr>
          <p:cNvSpPr/>
          <p:nvPr/>
        </p:nvSpPr>
        <p:spPr>
          <a:xfrm>
            <a:off x="10287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Card Jira prompt">
            <a:extLst>
              <a:ext uri="{FF2B5EF4-FFF2-40B4-BE49-F238E27FC236}">
                <a16:creationId xmlns:a16="http://schemas.microsoft.com/office/drawing/2014/main" id="{78B2243F-8D71-D8FF-B0F9-03CBEBE6C349}"/>
              </a:ext>
            </a:extLst>
          </p:cNvPr>
          <p:cNvSpPr/>
          <p:nvPr/>
        </p:nvSpPr>
        <p:spPr>
          <a:xfrm>
            <a:off x="12827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“Tìm các ticket In Progress của tôi và chuyển ABC-123 sang Done”</a:t>
            </a:r>
          </a:p>
        </p:txBody>
      </p:sp>
      <p:sp>
        <p:nvSpPr>
          <p:cNvPr id="6" name="Card Database">
            <a:extLst>
              <a:ext uri="{FF2B5EF4-FFF2-40B4-BE49-F238E27FC236}">
                <a16:creationId xmlns:a16="http://schemas.microsoft.com/office/drawing/2014/main" id="{99EB93E1-D5BD-D5C7-9EB2-9B8F00F9A97D}"/>
              </a:ext>
            </a:extLst>
          </p:cNvPr>
          <p:cNvSpPr/>
          <p:nvPr/>
        </p:nvSpPr>
        <p:spPr>
          <a:xfrm>
            <a:off x="65913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Card Database prompt">
            <a:extLst>
              <a:ext uri="{FF2B5EF4-FFF2-40B4-BE49-F238E27FC236}">
                <a16:creationId xmlns:a16="http://schemas.microsoft.com/office/drawing/2014/main" id="{193F63F9-1B06-D3E8-CAD2-745505A2C290}"/>
              </a:ext>
            </a:extLst>
          </p:cNvPr>
          <p:cNvSpPr/>
          <p:nvPr/>
        </p:nvSpPr>
        <p:spPr>
          <a:xfrm>
            <a:off x="68453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“Tuần này có bao nhiêu user mới đăng ký?”</a:t>
            </a:r>
          </a:p>
        </p:txBody>
      </p:sp>
      <p:sp>
        <p:nvSpPr>
          <p:cNvPr id="8" name="Card Database warning">
            <a:extLst>
              <a:ext uri="{FF2B5EF4-FFF2-40B4-BE49-F238E27FC236}">
                <a16:creationId xmlns:a16="http://schemas.microsoft.com/office/drawing/2014/main" id="{5AA949D1-507B-009A-623E-5FB8BFD8F288}"/>
              </a:ext>
            </a:extLst>
          </p:cNvPr>
          <p:cNvSpPr/>
          <p:nvPr/>
        </p:nvSpPr>
        <p:spPr>
          <a:xfrm>
            <a:off x="6845300" y="6985000"/>
            <a:ext cx="45974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ý quyền: chỉ cấp tài khoản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read‑only cho AI, không cho xoá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dữ liệu hay chạy migration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trên Production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9" name="Card Playwright">
            <a:extLst>
              <a:ext uri="{FF2B5EF4-FFF2-40B4-BE49-F238E27FC236}">
                <a16:creationId xmlns:a16="http://schemas.microsoft.com/office/drawing/2014/main" id="{D4A249AD-7EDE-612B-C986-838880842025}"/>
              </a:ext>
            </a:extLst>
          </p:cNvPr>
          <p:cNvSpPr/>
          <p:nvPr/>
        </p:nvSpPr>
        <p:spPr>
          <a:xfrm>
            <a:off x="121539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Card Playwright prompt">
            <a:extLst>
              <a:ext uri="{FF2B5EF4-FFF2-40B4-BE49-F238E27FC236}">
                <a16:creationId xmlns:a16="http://schemas.microsoft.com/office/drawing/2014/main" id="{59AF568E-90D0-A300-81A0-CEF43460EE13}"/>
              </a:ext>
            </a:extLst>
          </p:cNvPr>
          <p:cNvSpPr/>
          <p:nvPr/>
        </p:nvSpPr>
        <p:spPr>
          <a:xfrm>
            <a:off x="124079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“Mở trang đăng nhập, login bằng tài khoản test và chụp màn hình dashboard”</a:t>
            </a:r>
          </a:p>
        </p:txBody>
      </p:sp>
      <p:sp>
        <p:nvSpPr>
          <p:cNvPr id="11" name="Card Jira name">
            <a:extLst>
              <a:ext uri="{FF2B5EF4-FFF2-40B4-BE49-F238E27FC236}">
                <a16:creationId xmlns:a16="http://schemas.microsoft.com/office/drawing/2014/main" id="{85925126-93E9-2B35-9A42-AF5A6B3C7365}"/>
              </a:ext>
            </a:extLst>
          </p:cNvPr>
          <p:cNvSpPr txBox="1"/>
          <p:nvPr/>
        </p:nvSpPr>
        <p:spPr>
          <a:xfrm>
            <a:off x="13589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Jira</a:t>
            </a:r>
          </a:p>
        </p:txBody>
      </p:sp>
      <p:sp>
        <p:nvSpPr>
          <p:cNvPr id="12" name="Card Jira desc">
            <a:extLst>
              <a:ext uri="{FF2B5EF4-FFF2-40B4-BE49-F238E27FC236}">
                <a16:creationId xmlns:a16="http://schemas.microsoft.com/office/drawing/2014/main" id="{CB0FD27A-898C-D307-CE78-4D9FC18444DF}"/>
              </a:ext>
            </a:extLst>
          </p:cNvPr>
          <p:cNvSpPr txBox="1"/>
          <p:nvPr/>
        </p:nvSpPr>
        <p:spPr>
          <a:xfrm>
            <a:off x="13589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Tìm kiếm, cập nhật status ticket nhanh</a:t>
            </a:r>
          </a:p>
        </p:txBody>
      </p:sp>
      <p:sp>
        <p:nvSpPr>
          <p:cNvPr id="13" name="Card Jira prompt label">
            <a:extLst>
              <a:ext uri="{FF2B5EF4-FFF2-40B4-BE49-F238E27FC236}">
                <a16:creationId xmlns:a16="http://schemas.microsoft.com/office/drawing/2014/main" id="{0F47CDB9-8B6B-178A-4143-6503345CA63F}"/>
              </a:ext>
            </a:extLst>
          </p:cNvPr>
          <p:cNvSpPr txBox="1"/>
          <p:nvPr/>
        </p:nvSpPr>
        <p:spPr>
          <a:xfrm>
            <a:off x="13589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14" name="Card Jira link label">
            <a:extLst>
              <a:ext uri="{FF2B5EF4-FFF2-40B4-BE49-F238E27FC236}">
                <a16:creationId xmlns:a16="http://schemas.microsoft.com/office/drawing/2014/main" id="{9D9DBE57-094C-10BD-8F0C-E30B11E9C71D}"/>
              </a:ext>
            </a:extLst>
          </p:cNvPr>
          <p:cNvSpPr txBox="1"/>
          <p:nvPr/>
        </p:nvSpPr>
        <p:spPr>
          <a:xfrm>
            <a:off x="1358900" y="71120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Danh sách tool hỗ trợ</a:t>
            </a:r>
          </a:p>
        </p:txBody>
      </p:sp>
      <p:sp>
        <p:nvSpPr>
          <p:cNvPr id="15" name="Card Jira link">
            <a:hlinkClick r:id="rId2"/>
            <a:extLst>
              <a:ext uri="{FF2B5EF4-FFF2-40B4-BE49-F238E27FC236}">
                <a16:creationId xmlns:a16="http://schemas.microsoft.com/office/drawing/2014/main" id="{82B01AA8-8B5E-E369-8C7E-0579125A4A62}"/>
              </a:ext>
            </a:extLst>
          </p:cNvPr>
          <p:cNvSpPr txBox="1"/>
          <p:nvPr/>
        </p:nvSpPr>
        <p:spPr>
          <a:xfrm>
            <a:off x="1358900" y="74930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u="sng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support.atlassian.com/…/supported-tools</a:t>
            </a:r>
          </a:p>
        </p:txBody>
      </p:sp>
      <p:sp>
        <p:nvSpPr>
          <p:cNvPr id="16" name="Card Database name">
            <a:extLst>
              <a:ext uri="{FF2B5EF4-FFF2-40B4-BE49-F238E27FC236}">
                <a16:creationId xmlns:a16="http://schemas.microsoft.com/office/drawing/2014/main" id="{A19AEAA5-FD65-E127-DA70-B80C5CECEB12}"/>
              </a:ext>
            </a:extLst>
          </p:cNvPr>
          <p:cNvSpPr txBox="1"/>
          <p:nvPr/>
        </p:nvSpPr>
        <p:spPr>
          <a:xfrm>
            <a:off x="69215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Database</a:t>
            </a:r>
          </a:p>
        </p:txBody>
      </p:sp>
      <p:sp>
        <p:nvSpPr>
          <p:cNvPr id="17" name="Card Database desc">
            <a:extLst>
              <a:ext uri="{FF2B5EF4-FFF2-40B4-BE49-F238E27FC236}">
                <a16:creationId xmlns:a16="http://schemas.microsoft.com/office/drawing/2014/main" id="{80225721-2430-5CA3-63DE-5ABAA3AFDC0D}"/>
              </a:ext>
            </a:extLst>
          </p:cNvPr>
          <p:cNvSpPr txBox="1"/>
          <p:nvPr/>
        </p:nvSpPr>
        <p:spPr>
          <a:xfrm>
            <a:off x="69215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Truy vấn, sửa dữ liệu, migration</a:t>
            </a:r>
          </a:p>
        </p:txBody>
      </p:sp>
      <p:sp>
        <p:nvSpPr>
          <p:cNvPr id="18" name="Card Database prompt label">
            <a:extLst>
              <a:ext uri="{FF2B5EF4-FFF2-40B4-BE49-F238E27FC236}">
                <a16:creationId xmlns:a16="http://schemas.microsoft.com/office/drawing/2014/main" id="{57F868D9-B2DF-8223-DEA6-707DB054C7B2}"/>
              </a:ext>
            </a:extLst>
          </p:cNvPr>
          <p:cNvSpPr txBox="1"/>
          <p:nvPr/>
        </p:nvSpPr>
        <p:spPr>
          <a:xfrm>
            <a:off x="69215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19" name="Card Playwright name">
            <a:extLst>
              <a:ext uri="{FF2B5EF4-FFF2-40B4-BE49-F238E27FC236}">
                <a16:creationId xmlns:a16="http://schemas.microsoft.com/office/drawing/2014/main" id="{8232BC83-3269-DE79-DF0B-6C44BF71AA2D}"/>
              </a:ext>
            </a:extLst>
          </p:cNvPr>
          <p:cNvSpPr txBox="1"/>
          <p:nvPr/>
        </p:nvSpPr>
        <p:spPr>
          <a:xfrm>
            <a:off x="124841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Playwright</a:t>
            </a:r>
          </a:p>
        </p:txBody>
      </p:sp>
      <p:sp>
        <p:nvSpPr>
          <p:cNvPr id="20" name="Card Playwright desc">
            <a:extLst>
              <a:ext uri="{FF2B5EF4-FFF2-40B4-BE49-F238E27FC236}">
                <a16:creationId xmlns:a16="http://schemas.microsoft.com/office/drawing/2014/main" id="{6BDC8957-8E7E-5EAC-E59E-FC1FC23B9C98}"/>
              </a:ext>
            </a:extLst>
          </p:cNvPr>
          <p:cNvSpPr txBox="1"/>
          <p:nvPr/>
        </p:nvSpPr>
        <p:spPr>
          <a:xfrm>
            <a:off x="124841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Automation testing trên trình duyệt</a:t>
            </a:r>
          </a:p>
        </p:txBody>
      </p:sp>
      <p:sp>
        <p:nvSpPr>
          <p:cNvPr id="21" name="Card Playwright prompt label">
            <a:extLst>
              <a:ext uri="{FF2B5EF4-FFF2-40B4-BE49-F238E27FC236}">
                <a16:creationId xmlns:a16="http://schemas.microsoft.com/office/drawing/2014/main" id="{A328D71A-1866-A7FA-77C1-972D2AE07C70}"/>
              </a:ext>
            </a:extLst>
          </p:cNvPr>
          <p:cNvSpPr txBox="1"/>
          <p:nvPr/>
        </p:nvSpPr>
        <p:spPr>
          <a:xfrm>
            <a:off x="124841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22" name="Card Playwright link label">
            <a:extLst>
              <a:ext uri="{FF2B5EF4-FFF2-40B4-BE49-F238E27FC236}">
                <a16:creationId xmlns:a16="http://schemas.microsoft.com/office/drawing/2014/main" id="{BDA6761C-440A-153B-EE9A-4422FC2EC6EE}"/>
              </a:ext>
            </a:extLst>
          </p:cNvPr>
          <p:cNvSpPr txBox="1"/>
          <p:nvPr/>
        </p:nvSpPr>
        <p:spPr>
          <a:xfrm>
            <a:off x="12484100" y="71120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Repo chính thức</a:t>
            </a:r>
          </a:p>
        </p:txBody>
      </p:sp>
      <p:sp>
        <p:nvSpPr>
          <p:cNvPr id="23" name="Card Playwright link">
            <a:hlinkClick r:id="rId3"/>
            <a:extLst>
              <a:ext uri="{FF2B5EF4-FFF2-40B4-BE49-F238E27FC236}">
                <a16:creationId xmlns:a16="http://schemas.microsoft.com/office/drawing/2014/main" id="{04746817-93A0-09B7-127C-B6E94E237452}"/>
              </a:ext>
            </a:extLst>
          </p:cNvPr>
          <p:cNvSpPr txBox="1"/>
          <p:nvPr/>
        </p:nvSpPr>
        <p:spPr>
          <a:xfrm>
            <a:off x="12484100" y="74930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u="sng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github.com/microsoft/playwright-mcp</a:t>
            </a:r>
          </a:p>
        </p:txBody>
      </p:sp>
      <p:sp>
        <p:nvSpPr>
          <p:cNvPr id="24" name="Progress seg 1">
            <a:extLst>
              <a:ext uri="{FF2B5EF4-FFF2-40B4-BE49-F238E27FC236}">
                <a16:creationId xmlns:a16="http://schemas.microsoft.com/office/drawing/2014/main" id="{7B0C2288-990B-B9F3-F1F6-9CCA0090B15D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2">
            <a:extLst>
              <a:ext uri="{FF2B5EF4-FFF2-40B4-BE49-F238E27FC236}">
                <a16:creationId xmlns:a16="http://schemas.microsoft.com/office/drawing/2014/main" id="{7A1D9045-C531-A927-F836-863B8337DE7C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3">
            <a:extLst>
              <a:ext uri="{FF2B5EF4-FFF2-40B4-BE49-F238E27FC236}">
                <a16:creationId xmlns:a16="http://schemas.microsoft.com/office/drawing/2014/main" id="{1EE061D6-8A19-DD74-3892-B886F5B0C766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4">
            <a:extLst>
              <a:ext uri="{FF2B5EF4-FFF2-40B4-BE49-F238E27FC236}">
                <a16:creationId xmlns:a16="http://schemas.microsoft.com/office/drawing/2014/main" id="{B7760D9C-610B-D884-EE32-EABE31384072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5">
            <a:extLst>
              <a:ext uri="{FF2B5EF4-FFF2-40B4-BE49-F238E27FC236}">
                <a16:creationId xmlns:a16="http://schemas.microsoft.com/office/drawing/2014/main" id="{216D6C6C-DC0C-97A0-0639-27FB4D838953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6">
            <a:extLst>
              <a:ext uri="{FF2B5EF4-FFF2-40B4-BE49-F238E27FC236}">
                <a16:creationId xmlns:a16="http://schemas.microsoft.com/office/drawing/2014/main" id="{8804DCFA-4157-35C9-F650-29A04B5DE857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label">
            <a:extLst>
              <a:ext uri="{FF2B5EF4-FFF2-40B4-BE49-F238E27FC236}">
                <a16:creationId xmlns:a16="http://schemas.microsoft.com/office/drawing/2014/main" id="{C58F9C8A-44FF-CBAF-9E13-CAA7F6F29B67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Áp dụng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240"/>
            <a:ext cx="18288000" cy="10256520"/>
          </a:xfrm>
          <a:custGeom>
            <a:avLst/>
            <a:gdLst/>
            <a:ahLst/>
            <a:cxnLst/>
            <a:rect l="l" t="t" r="r" b="b"/>
            <a:pathLst>
              <a:path w="18288000" h="10256520">
                <a:moveTo>
                  <a:pt x="0" y="0"/>
                </a:moveTo>
                <a:lnTo>
                  <a:pt x="18288000" y="0"/>
                </a:lnTo>
                <a:lnTo>
                  <a:pt x="18288000" y="10256520"/>
                </a:lnTo>
                <a:lnTo>
                  <a:pt x="0" y="10256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491146" y="932825"/>
            <a:ext cx="1157691" cy="1261822"/>
          </a:xfrm>
          <a:custGeom>
            <a:avLst/>
            <a:gdLst/>
            <a:ahLst/>
            <a:cxnLst/>
            <a:rect l="l" t="t" r="r" b="b"/>
            <a:pathLst>
              <a:path w="1157691" h="1261822">
                <a:moveTo>
                  <a:pt x="0" y="0"/>
                </a:moveTo>
                <a:lnTo>
                  <a:pt x="1157691" y="0"/>
                </a:lnTo>
                <a:lnTo>
                  <a:pt x="1157691" y="1261822"/>
                </a:lnTo>
                <a:lnTo>
                  <a:pt x="0" y="1261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0281" y="1760841"/>
            <a:ext cx="17387438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Cám ơn mọi người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5DCEF365EB9144A1DE54A9C6175978" ma:contentTypeVersion="11" ma:contentTypeDescription="Create a new document." ma:contentTypeScope="" ma:versionID="aa46bf2bcbeb4ef8dcc3a0c9bed3eb22">
  <xsd:schema xmlns:xsd="http://www.w3.org/2001/XMLSchema" xmlns:xs="http://www.w3.org/2001/XMLSchema" xmlns:p="http://schemas.microsoft.com/office/2006/metadata/properties" xmlns:ns3="346668aa-d3fd-4c1d-832a-5ddd37a615d6" targetNamespace="http://schemas.microsoft.com/office/2006/metadata/properties" ma:root="true" ma:fieldsID="3a2676219d102caab56f39a0c3510553" ns3:_="">
    <xsd:import namespace="346668aa-d3fd-4c1d-832a-5ddd37a615d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668aa-d3fd-4c1d-832a-5ddd37a615d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6668aa-d3fd-4c1d-832a-5ddd37a615d6" xsi:nil="true"/>
  </documentManagement>
</p:properties>
</file>

<file path=customXml/itemProps1.xml><?xml version="1.0" encoding="utf-8"?>
<ds:datastoreItem xmlns:ds="http://schemas.openxmlformats.org/officeDocument/2006/customXml" ds:itemID="{3CF1BB04-A675-4DFF-A3A4-64994B7BA3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6668aa-d3fd-4c1d-832a-5ddd37a61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FC6801-2C42-4A90-A7CC-EA3BB75473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418A51-1097-4363-BBC8-C56ECA935024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346668aa-d3fd-4c1d-832a-5ddd37a615d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2086</Words>
  <Application>Microsoft Office PowerPoint</Application>
  <PresentationFormat>Custom</PresentationFormat>
  <Paragraphs>280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Calibri</vt:lpstr>
      <vt:lpstr>Montserrat Ultra-Bold Italics</vt:lpstr>
      <vt:lpstr>Montserrat</vt:lpstr>
      <vt:lpstr>Noto Sans</vt:lpstr>
      <vt:lpstr>Segoe UI Emoji</vt:lpstr>
      <vt:lpstr>Arial</vt:lpstr>
      <vt:lpstr>Noto Sans Bold Italics</vt:lpstr>
      <vt:lpstr>Montserrat Ultra-Bold</vt:lpstr>
      <vt:lpstr>Consolas</vt:lpstr>
      <vt:lpstr>Aptos</vt:lpstr>
      <vt:lpstr>Montserrat Bold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Plant Care System</dc:title>
  <cp:lastModifiedBy>Phong Nguyen</cp:lastModifiedBy>
  <cp:revision>2</cp:revision>
  <dcterms:created xsi:type="dcterms:W3CDTF">2006-08-16T00:00:00Z</dcterms:created>
  <dcterms:modified xsi:type="dcterms:W3CDTF">2026-10-05T14:49:33Z</dcterms:modified>
  <dc:identifier>DAHUY_r9N7w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0x010100415DCEF365EB9144A1DE54A9C6175978</vt:lpwstr>
  </property>
</Properties>
</file>